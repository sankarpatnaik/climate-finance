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89" r:id="rId2"/>
    <p:sldId id="290" r:id="rId3"/>
    <p:sldId id="298" r:id="rId4"/>
    <p:sldId id="295" r:id="rId5"/>
    <p:sldId id="297" r:id="rId6"/>
    <p:sldId id="286" r:id="rId7"/>
    <p:sldId id="299" r:id="rId8"/>
    <p:sldId id="261" r:id="rId9"/>
    <p:sldId id="300" r:id="rId10"/>
    <p:sldId id="288" r:id="rId11"/>
    <p:sldId id="301" r:id="rId12"/>
  </p:sldIdLst>
  <p:sldSz cx="9144000" cy="5143500" type="screen16x9"/>
  <p:notesSz cx="6858000" cy="9144000"/>
  <p:embeddedFontLst>
    <p:embeddedFont>
      <p:font typeface="Dosis Light" pitchFamily="2" charset="0"/>
      <p:regular r:id="rId15"/>
      <p:bold r:id="rId16"/>
    </p:embeddedFont>
    <p:embeddedFont>
      <p:font typeface="Pontano Sans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CAE8EB-961F-469A-ABCB-A31FAC90FC6F}">
  <a:tblStyle styleId="{A1CAE8EB-961F-469A-ABCB-A31FAC90FC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8C58C7C-C7AC-42D9-BBF3-EB0135818EB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C842BC-A2C4-83D2-756D-D6E284A801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E070B-4AC2-528E-46C6-02FDEE7C6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512E2-1A28-4D6C-AE07-2C595A1A4D49}" type="datetimeFigureOut">
              <a:rPr lang="en-IN" smtClean="0"/>
              <a:t>13-12-2024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DCF9D-495C-770D-03B1-B34156DE80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C24A1-80A2-5988-F165-E63F8C44FE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22B76-5AC4-45D4-8B18-5D2D4FBC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404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ded0d3874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ded0d3874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ded0d3874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ded0d3874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9675" y="4677"/>
                </a:moveTo>
                <a:lnTo>
                  <a:pt x="49730" y="5469"/>
                </a:lnTo>
                <a:lnTo>
                  <a:pt x="49748" y="6408"/>
                </a:lnTo>
                <a:lnTo>
                  <a:pt x="49785" y="7660"/>
                </a:lnTo>
                <a:lnTo>
                  <a:pt x="49785" y="9169"/>
                </a:lnTo>
                <a:lnTo>
                  <a:pt x="49730" y="10900"/>
                </a:lnTo>
                <a:lnTo>
                  <a:pt x="49693" y="11858"/>
                </a:lnTo>
                <a:lnTo>
                  <a:pt x="49638" y="12833"/>
                </a:lnTo>
                <a:lnTo>
                  <a:pt x="49583" y="13846"/>
                </a:lnTo>
                <a:lnTo>
                  <a:pt x="49491" y="14895"/>
                </a:lnTo>
                <a:lnTo>
                  <a:pt x="49380" y="15982"/>
                </a:lnTo>
                <a:lnTo>
                  <a:pt x="49251" y="17086"/>
                </a:lnTo>
                <a:lnTo>
                  <a:pt x="49086" y="18191"/>
                </a:lnTo>
                <a:lnTo>
                  <a:pt x="48920" y="19314"/>
                </a:lnTo>
                <a:lnTo>
                  <a:pt x="48699" y="20456"/>
                </a:lnTo>
                <a:lnTo>
                  <a:pt x="48478" y="21597"/>
                </a:lnTo>
                <a:lnTo>
                  <a:pt x="48202" y="22720"/>
                </a:lnTo>
                <a:lnTo>
                  <a:pt x="47907" y="23844"/>
                </a:lnTo>
                <a:lnTo>
                  <a:pt x="47576" y="24948"/>
                </a:lnTo>
                <a:lnTo>
                  <a:pt x="47208" y="26053"/>
                </a:lnTo>
                <a:lnTo>
                  <a:pt x="47005" y="26587"/>
                </a:lnTo>
                <a:lnTo>
                  <a:pt x="46803" y="27121"/>
                </a:lnTo>
                <a:lnTo>
                  <a:pt x="46582" y="27636"/>
                </a:lnTo>
                <a:lnTo>
                  <a:pt x="46361" y="28152"/>
                </a:lnTo>
                <a:lnTo>
                  <a:pt x="46121" y="28667"/>
                </a:lnTo>
                <a:lnTo>
                  <a:pt x="45882" y="29165"/>
                </a:lnTo>
                <a:lnTo>
                  <a:pt x="45624" y="29643"/>
                </a:lnTo>
                <a:lnTo>
                  <a:pt x="45348" y="30122"/>
                </a:lnTo>
                <a:lnTo>
                  <a:pt x="45072" y="30601"/>
                </a:lnTo>
                <a:lnTo>
                  <a:pt x="44777" y="31061"/>
                </a:lnTo>
                <a:lnTo>
                  <a:pt x="44483" y="31503"/>
                </a:lnTo>
                <a:lnTo>
                  <a:pt x="44170" y="31926"/>
                </a:lnTo>
                <a:lnTo>
                  <a:pt x="43838" y="32350"/>
                </a:lnTo>
                <a:lnTo>
                  <a:pt x="43507" y="32736"/>
                </a:lnTo>
                <a:lnTo>
                  <a:pt x="43157" y="33123"/>
                </a:lnTo>
                <a:lnTo>
                  <a:pt x="42826" y="33491"/>
                </a:lnTo>
                <a:lnTo>
                  <a:pt x="42457" y="33841"/>
                </a:lnTo>
                <a:lnTo>
                  <a:pt x="42108" y="34154"/>
                </a:lnTo>
                <a:lnTo>
                  <a:pt x="41739" y="34467"/>
                </a:lnTo>
                <a:lnTo>
                  <a:pt x="41371" y="34780"/>
                </a:lnTo>
                <a:lnTo>
                  <a:pt x="41003" y="35056"/>
                </a:lnTo>
                <a:lnTo>
                  <a:pt x="40616" y="35314"/>
                </a:lnTo>
                <a:lnTo>
                  <a:pt x="40230" y="35572"/>
                </a:lnTo>
                <a:lnTo>
                  <a:pt x="39843" y="35811"/>
                </a:lnTo>
                <a:lnTo>
                  <a:pt x="39456" y="36032"/>
                </a:lnTo>
                <a:lnTo>
                  <a:pt x="39051" y="36253"/>
                </a:lnTo>
                <a:lnTo>
                  <a:pt x="38665" y="36437"/>
                </a:lnTo>
                <a:lnTo>
                  <a:pt x="38260" y="36621"/>
                </a:lnTo>
                <a:lnTo>
                  <a:pt x="37873" y="36805"/>
                </a:lnTo>
                <a:lnTo>
                  <a:pt x="37468" y="36953"/>
                </a:lnTo>
                <a:lnTo>
                  <a:pt x="36658" y="37247"/>
                </a:lnTo>
                <a:lnTo>
                  <a:pt x="35866" y="37487"/>
                </a:lnTo>
                <a:lnTo>
                  <a:pt x="35056" y="37689"/>
                </a:lnTo>
                <a:lnTo>
                  <a:pt x="34264" y="37836"/>
                </a:lnTo>
                <a:lnTo>
                  <a:pt x="33491" y="37965"/>
                </a:lnTo>
                <a:lnTo>
                  <a:pt x="32718" y="38057"/>
                </a:lnTo>
                <a:lnTo>
                  <a:pt x="31963" y="38131"/>
                </a:lnTo>
                <a:lnTo>
                  <a:pt x="31226" y="38168"/>
                </a:lnTo>
                <a:lnTo>
                  <a:pt x="30527" y="38186"/>
                </a:lnTo>
                <a:lnTo>
                  <a:pt x="29845" y="38168"/>
                </a:lnTo>
                <a:lnTo>
                  <a:pt x="29201" y="38149"/>
                </a:lnTo>
                <a:lnTo>
                  <a:pt x="28575" y="38113"/>
                </a:lnTo>
                <a:lnTo>
                  <a:pt x="27986" y="38057"/>
                </a:lnTo>
                <a:lnTo>
                  <a:pt x="27452" y="37984"/>
                </a:lnTo>
                <a:lnTo>
                  <a:pt x="26955" y="37928"/>
                </a:lnTo>
                <a:lnTo>
                  <a:pt x="26089" y="37781"/>
                </a:lnTo>
                <a:lnTo>
                  <a:pt x="25445" y="37652"/>
                </a:lnTo>
                <a:lnTo>
                  <a:pt x="25040" y="37560"/>
                </a:lnTo>
                <a:lnTo>
                  <a:pt x="24911" y="37523"/>
                </a:lnTo>
                <a:lnTo>
                  <a:pt x="24837" y="37395"/>
                </a:lnTo>
                <a:lnTo>
                  <a:pt x="24635" y="37026"/>
                </a:lnTo>
                <a:lnTo>
                  <a:pt x="24322" y="36456"/>
                </a:lnTo>
                <a:lnTo>
                  <a:pt x="23954" y="35664"/>
                </a:lnTo>
                <a:lnTo>
                  <a:pt x="23751" y="35204"/>
                </a:lnTo>
                <a:lnTo>
                  <a:pt x="23549" y="34706"/>
                </a:lnTo>
                <a:lnTo>
                  <a:pt x="23346" y="34154"/>
                </a:lnTo>
                <a:lnTo>
                  <a:pt x="23125" y="33565"/>
                </a:lnTo>
                <a:lnTo>
                  <a:pt x="22923" y="32957"/>
                </a:lnTo>
                <a:lnTo>
                  <a:pt x="22738" y="32294"/>
                </a:lnTo>
                <a:lnTo>
                  <a:pt x="22554" y="31613"/>
                </a:lnTo>
                <a:lnTo>
                  <a:pt x="22389" y="30895"/>
                </a:lnTo>
                <a:lnTo>
                  <a:pt x="22241" y="30159"/>
                </a:lnTo>
                <a:lnTo>
                  <a:pt x="22112" y="29385"/>
                </a:lnTo>
                <a:lnTo>
                  <a:pt x="22020" y="28612"/>
                </a:lnTo>
                <a:lnTo>
                  <a:pt x="21965" y="27802"/>
                </a:lnTo>
                <a:lnTo>
                  <a:pt x="21928" y="26974"/>
                </a:lnTo>
                <a:lnTo>
                  <a:pt x="21947" y="26145"/>
                </a:lnTo>
                <a:lnTo>
                  <a:pt x="22002" y="25298"/>
                </a:lnTo>
                <a:lnTo>
                  <a:pt x="22039" y="24856"/>
                </a:lnTo>
                <a:lnTo>
                  <a:pt x="22094" y="24433"/>
                </a:lnTo>
                <a:lnTo>
                  <a:pt x="22168" y="23991"/>
                </a:lnTo>
                <a:lnTo>
                  <a:pt x="22241" y="23567"/>
                </a:lnTo>
                <a:lnTo>
                  <a:pt x="22333" y="23125"/>
                </a:lnTo>
                <a:lnTo>
                  <a:pt x="22444" y="22684"/>
                </a:lnTo>
                <a:lnTo>
                  <a:pt x="22573" y="22260"/>
                </a:lnTo>
                <a:lnTo>
                  <a:pt x="22702" y="21818"/>
                </a:lnTo>
                <a:lnTo>
                  <a:pt x="22849" y="21376"/>
                </a:lnTo>
                <a:lnTo>
                  <a:pt x="23033" y="20935"/>
                </a:lnTo>
                <a:lnTo>
                  <a:pt x="23217" y="20493"/>
                </a:lnTo>
                <a:lnTo>
                  <a:pt x="23420" y="20069"/>
                </a:lnTo>
                <a:lnTo>
                  <a:pt x="23622" y="19627"/>
                </a:lnTo>
                <a:lnTo>
                  <a:pt x="23862" y="19185"/>
                </a:lnTo>
                <a:lnTo>
                  <a:pt x="24119" y="18762"/>
                </a:lnTo>
                <a:lnTo>
                  <a:pt x="24396" y="18320"/>
                </a:lnTo>
                <a:lnTo>
                  <a:pt x="24690" y="17897"/>
                </a:lnTo>
                <a:lnTo>
                  <a:pt x="24985" y="17473"/>
                </a:lnTo>
                <a:lnTo>
                  <a:pt x="25316" y="17050"/>
                </a:lnTo>
                <a:lnTo>
                  <a:pt x="25666" y="16645"/>
                </a:lnTo>
                <a:lnTo>
                  <a:pt x="26034" y="16240"/>
                </a:lnTo>
                <a:lnTo>
                  <a:pt x="26402" y="15834"/>
                </a:lnTo>
                <a:lnTo>
                  <a:pt x="26789" y="15448"/>
                </a:lnTo>
                <a:lnTo>
                  <a:pt x="27176" y="15061"/>
                </a:lnTo>
                <a:lnTo>
                  <a:pt x="27599" y="14693"/>
                </a:lnTo>
                <a:lnTo>
                  <a:pt x="28023" y="14325"/>
                </a:lnTo>
                <a:lnTo>
                  <a:pt x="28446" y="13956"/>
                </a:lnTo>
                <a:lnTo>
                  <a:pt x="28888" y="13607"/>
                </a:lnTo>
                <a:lnTo>
                  <a:pt x="29348" y="13257"/>
                </a:lnTo>
                <a:lnTo>
                  <a:pt x="29809" y="12925"/>
                </a:lnTo>
                <a:lnTo>
                  <a:pt x="30766" y="12263"/>
                </a:lnTo>
                <a:lnTo>
                  <a:pt x="31742" y="11637"/>
                </a:lnTo>
                <a:lnTo>
                  <a:pt x="32736" y="11047"/>
                </a:lnTo>
                <a:lnTo>
                  <a:pt x="33749" y="10477"/>
                </a:lnTo>
                <a:lnTo>
                  <a:pt x="34780" y="9943"/>
                </a:lnTo>
                <a:lnTo>
                  <a:pt x="35811" y="9446"/>
                </a:lnTo>
                <a:lnTo>
                  <a:pt x="36842" y="8949"/>
                </a:lnTo>
                <a:lnTo>
                  <a:pt x="37873" y="8507"/>
                </a:lnTo>
                <a:lnTo>
                  <a:pt x="38904" y="8065"/>
                </a:lnTo>
                <a:lnTo>
                  <a:pt x="39898" y="7678"/>
                </a:lnTo>
                <a:lnTo>
                  <a:pt x="40892" y="7291"/>
                </a:lnTo>
                <a:lnTo>
                  <a:pt x="41850" y="6960"/>
                </a:lnTo>
                <a:lnTo>
                  <a:pt x="42770" y="6629"/>
                </a:lnTo>
                <a:lnTo>
                  <a:pt x="43673" y="6334"/>
                </a:lnTo>
                <a:lnTo>
                  <a:pt x="45330" y="5819"/>
                </a:lnTo>
                <a:lnTo>
                  <a:pt x="46784" y="5395"/>
                </a:lnTo>
                <a:lnTo>
                  <a:pt x="47981" y="5082"/>
                </a:lnTo>
                <a:lnTo>
                  <a:pt x="48902" y="4861"/>
                </a:lnTo>
                <a:lnTo>
                  <a:pt x="49675" y="4677"/>
                </a:lnTo>
                <a:close/>
                <a:moveTo>
                  <a:pt x="12299" y="28888"/>
                </a:moveTo>
                <a:lnTo>
                  <a:pt x="12888" y="28925"/>
                </a:lnTo>
                <a:lnTo>
                  <a:pt x="13496" y="28962"/>
                </a:lnTo>
                <a:lnTo>
                  <a:pt x="14085" y="29036"/>
                </a:lnTo>
                <a:lnTo>
                  <a:pt x="14656" y="29128"/>
                </a:lnTo>
                <a:lnTo>
                  <a:pt x="15226" y="29238"/>
                </a:lnTo>
                <a:lnTo>
                  <a:pt x="15779" y="29385"/>
                </a:lnTo>
                <a:lnTo>
                  <a:pt x="16313" y="29551"/>
                </a:lnTo>
                <a:lnTo>
                  <a:pt x="16828" y="29754"/>
                </a:lnTo>
                <a:lnTo>
                  <a:pt x="17233" y="29938"/>
                </a:lnTo>
                <a:lnTo>
                  <a:pt x="17620" y="30140"/>
                </a:lnTo>
                <a:lnTo>
                  <a:pt x="17988" y="30343"/>
                </a:lnTo>
                <a:lnTo>
                  <a:pt x="18320" y="30582"/>
                </a:lnTo>
                <a:lnTo>
                  <a:pt x="18651" y="30822"/>
                </a:lnTo>
                <a:lnTo>
                  <a:pt x="18964" y="31061"/>
                </a:lnTo>
                <a:lnTo>
                  <a:pt x="19240" y="31337"/>
                </a:lnTo>
                <a:lnTo>
                  <a:pt x="19516" y="31613"/>
                </a:lnTo>
                <a:lnTo>
                  <a:pt x="19756" y="31889"/>
                </a:lnTo>
                <a:lnTo>
                  <a:pt x="19995" y="32184"/>
                </a:lnTo>
                <a:lnTo>
                  <a:pt x="20216" y="32479"/>
                </a:lnTo>
                <a:lnTo>
                  <a:pt x="20419" y="32773"/>
                </a:lnTo>
                <a:lnTo>
                  <a:pt x="20603" y="33068"/>
                </a:lnTo>
                <a:lnTo>
                  <a:pt x="20768" y="33381"/>
                </a:lnTo>
                <a:lnTo>
                  <a:pt x="20934" y="33694"/>
                </a:lnTo>
                <a:lnTo>
                  <a:pt x="21081" y="34007"/>
                </a:lnTo>
                <a:lnTo>
                  <a:pt x="21339" y="34614"/>
                </a:lnTo>
                <a:lnTo>
                  <a:pt x="21542" y="35222"/>
                </a:lnTo>
                <a:lnTo>
                  <a:pt x="21707" y="35811"/>
                </a:lnTo>
                <a:lnTo>
                  <a:pt x="21836" y="36363"/>
                </a:lnTo>
                <a:lnTo>
                  <a:pt x="21928" y="36879"/>
                </a:lnTo>
                <a:lnTo>
                  <a:pt x="22002" y="37339"/>
                </a:lnTo>
                <a:lnTo>
                  <a:pt x="22039" y="37763"/>
                </a:lnTo>
                <a:lnTo>
                  <a:pt x="22076" y="38113"/>
                </a:lnTo>
                <a:lnTo>
                  <a:pt x="8359" y="32957"/>
                </a:lnTo>
                <a:lnTo>
                  <a:pt x="21597" y="39162"/>
                </a:lnTo>
                <a:lnTo>
                  <a:pt x="21321" y="39383"/>
                </a:lnTo>
                <a:lnTo>
                  <a:pt x="20989" y="39641"/>
                </a:lnTo>
                <a:lnTo>
                  <a:pt x="20603" y="39917"/>
                </a:lnTo>
                <a:lnTo>
                  <a:pt x="20161" y="40212"/>
                </a:lnTo>
                <a:lnTo>
                  <a:pt x="19682" y="40506"/>
                </a:lnTo>
                <a:lnTo>
                  <a:pt x="19148" y="40801"/>
                </a:lnTo>
                <a:lnTo>
                  <a:pt x="18559" y="41058"/>
                </a:lnTo>
                <a:lnTo>
                  <a:pt x="17951" y="41298"/>
                </a:lnTo>
                <a:lnTo>
                  <a:pt x="17638" y="41408"/>
                </a:lnTo>
                <a:lnTo>
                  <a:pt x="17307" y="41519"/>
                </a:lnTo>
                <a:lnTo>
                  <a:pt x="16957" y="41592"/>
                </a:lnTo>
                <a:lnTo>
                  <a:pt x="16626" y="41666"/>
                </a:lnTo>
                <a:lnTo>
                  <a:pt x="16276" y="41740"/>
                </a:lnTo>
                <a:lnTo>
                  <a:pt x="15908" y="41776"/>
                </a:lnTo>
                <a:lnTo>
                  <a:pt x="15539" y="41813"/>
                </a:lnTo>
                <a:lnTo>
                  <a:pt x="15171" y="41832"/>
                </a:lnTo>
                <a:lnTo>
                  <a:pt x="14785" y="41832"/>
                </a:lnTo>
                <a:lnTo>
                  <a:pt x="14416" y="41813"/>
                </a:lnTo>
                <a:lnTo>
                  <a:pt x="14011" y="41776"/>
                </a:lnTo>
                <a:lnTo>
                  <a:pt x="13625" y="41703"/>
                </a:lnTo>
                <a:lnTo>
                  <a:pt x="13220" y="41611"/>
                </a:lnTo>
                <a:lnTo>
                  <a:pt x="12815" y="41519"/>
                </a:lnTo>
                <a:lnTo>
                  <a:pt x="12410" y="41371"/>
                </a:lnTo>
                <a:lnTo>
                  <a:pt x="12004" y="41224"/>
                </a:lnTo>
                <a:lnTo>
                  <a:pt x="11507" y="40985"/>
                </a:lnTo>
                <a:lnTo>
                  <a:pt x="11010" y="40727"/>
                </a:lnTo>
                <a:lnTo>
                  <a:pt x="10513" y="40432"/>
                </a:lnTo>
                <a:lnTo>
                  <a:pt x="10034" y="40101"/>
                </a:lnTo>
                <a:lnTo>
                  <a:pt x="9574" y="39751"/>
                </a:lnTo>
                <a:lnTo>
                  <a:pt x="9114" y="39383"/>
                </a:lnTo>
                <a:lnTo>
                  <a:pt x="8654" y="38978"/>
                </a:lnTo>
                <a:lnTo>
                  <a:pt x="8230" y="38573"/>
                </a:lnTo>
                <a:lnTo>
                  <a:pt x="7788" y="38149"/>
                </a:lnTo>
                <a:lnTo>
                  <a:pt x="7383" y="37708"/>
                </a:lnTo>
                <a:lnTo>
                  <a:pt x="6978" y="37266"/>
                </a:lnTo>
                <a:lnTo>
                  <a:pt x="6591" y="36805"/>
                </a:lnTo>
                <a:lnTo>
                  <a:pt x="6223" y="36345"/>
                </a:lnTo>
                <a:lnTo>
                  <a:pt x="5855" y="35885"/>
                </a:lnTo>
                <a:lnTo>
                  <a:pt x="5192" y="34983"/>
                </a:lnTo>
                <a:lnTo>
                  <a:pt x="4585" y="34080"/>
                </a:lnTo>
                <a:lnTo>
                  <a:pt x="4032" y="33252"/>
                </a:lnTo>
                <a:lnTo>
                  <a:pt x="3572" y="32479"/>
                </a:lnTo>
                <a:lnTo>
                  <a:pt x="3167" y="31797"/>
                </a:lnTo>
                <a:lnTo>
                  <a:pt x="2854" y="31245"/>
                </a:lnTo>
                <a:lnTo>
                  <a:pt x="2633" y="30803"/>
                </a:lnTo>
                <a:lnTo>
                  <a:pt x="2430" y="30435"/>
                </a:lnTo>
                <a:lnTo>
                  <a:pt x="2835" y="30324"/>
                </a:lnTo>
                <a:lnTo>
                  <a:pt x="3296" y="30177"/>
                </a:lnTo>
                <a:lnTo>
                  <a:pt x="3922" y="30011"/>
                </a:lnTo>
                <a:lnTo>
                  <a:pt x="4677" y="29827"/>
                </a:lnTo>
                <a:lnTo>
                  <a:pt x="5560" y="29625"/>
                </a:lnTo>
                <a:lnTo>
                  <a:pt x="6536" y="29422"/>
                </a:lnTo>
                <a:lnTo>
                  <a:pt x="7604" y="29238"/>
                </a:lnTo>
                <a:lnTo>
                  <a:pt x="8727" y="29091"/>
                </a:lnTo>
                <a:lnTo>
                  <a:pt x="9298" y="29017"/>
                </a:lnTo>
                <a:lnTo>
                  <a:pt x="9887" y="28962"/>
                </a:lnTo>
                <a:lnTo>
                  <a:pt x="10495" y="28925"/>
                </a:lnTo>
                <a:lnTo>
                  <a:pt x="11084" y="28907"/>
                </a:lnTo>
                <a:lnTo>
                  <a:pt x="11691" y="28888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17694" y="53026"/>
                </a:lnTo>
                <a:lnTo>
                  <a:pt x="17583" y="52621"/>
                </a:lnTo>
                <a:lnTo>
                  <a:pt x="17510" y="52216"/>
                </a:lnTo>
                <a:lnTo>
                  <a:pt x="17436" y="51829"/>
                </a:lnTo>
                <a:lnTo>
                  <a:pt x="17381" y="51424"/>
                </a:lnTo>
                <a:lnTo>
                  <a:pt x="17344" y="51093"/>
                </a:lnTo>
                <a:lnTo>
                  <a:pt x="17325" y="50761"/>
                </a:lnTo>
                <a:lnTo>
                  <a:pt x="17325" y="50117"/>
                </a:lnTo>
                <a:lnTo>
                  <a:pt x="17344" y="49491"/>
                </a:lnTo>
                <a:lnTo>
                  <a:pt x="17417" y="48883"/>
                </a:lnTo>
                <a:lnTo>
                  <a:pt x="17528" y="48294"/>
                </a:lnTo>
                <a:lnTo>
                  <a:pt x="17675" y="47723"/>
                </a:lnTo>
                <a:lnTo>
                  <a:pt x="17841" y="47171"/>
                </a:lnTo>
                <a:lnTo>
                  <a:pt x="18043" y="46656"/>
                </a:lnTo>
                <a:lnTo>
                  <a:pt x="18264" y="46140"/>
                </a:lnTo>
                <a:lnTo>
                  <a:pt x="18504" y="45661"/>
                </a:lnTo>
                <a:lnTo>
                  <a:pt x="18780" y="45201"/>
                </a:lnTo>
                <a:lnTo>
                  <a:pt x="19056" y="44759"/>
                </a:lnTo>
                <a:lnTo>
                  <a:pt x="19351" y="44336"/>
                </a:lnTo>
                <a:lnTo>
                  <a:pt x="19664" y="43931"/>
                </a:lnTo>
                <a:lnTo>
                  <a:pt x="19977" y="43544"/>
                </a:lnTo>
                <a:lnTo>
                  <a:pt x="20290" y="43176"/>
                </a:lnTo>
                <a:lnTo>
                  <a:pt x="20621" y="42844"/>
                </a:lnTo>
                <a:lnTo>
                  <a:pt x="20934" y="42531"/>
                </a:lnTo>
                <a:lnTo>
                  <a:pt x="21266" y="42237"/>
                </a:lnTo>
                <a:lnTo>
                  <a:pt x="21579" y="41961"/>
                </a:lnTo>
                <a:lnTo>
                  <a:pt x="22168" y="41463"/>
                </a:lnTo>
                <a:lnTo>
                  <a:pt x="22702" y="41077"/>
                </a:lnTo>
                <a:lnTo>
                  <a:pt x="23162" y="40764"/>
                </a:lnTo>
                <a:lnTo>
                  <a:pt x="23512" y="40525"/>
                </a:lnTo>
                <a:lnTo>
                  <a:pt x="23825" y="40359"/>
                </a:lnTo>
                <a:lnTo>
                  <a:pt x="24175" y="40451"/>
                </a:lnTo>
                <a:lnTo>
                  <a:pt x="24561" y="40598"/>
                </a:lnTo>
                <a:lnTo>
                  <a:pt x="25095" y="40801"/>
                </a:lnTo>
                <a:lnTo>
                  <a:pt x="25703" y="41058"/>
                </a:lnTo>
                <a:lnTo>
                  <a:pt x="26384" y="41408"/>
                </a:lnTo>
                <a:lnTo>
                  <a:pt x="26752" y="41592"/>
                </a:lnTo>
                <a:lnTo>
                  <a:pt x="27139" y="41813"/>
                </a:lnTo>
                <a:lnTo>
                  <a:pt x="27526" y="42053"/>
                </a:lnTo>
                <a:lnTo>
                  <a:pt x="27912" y="42310"/>
                </a:lnTo>
                <a:lnTo>
                  <a:pt x="28317" y="42587"/>
                </a:lnTo>
                <a:lnTo>
                  <a:pt x="28704" y="42881"/>
                </a:lnTo>
                <a:lnTo>
                  <a:pt x="29091" y="43213"/>
                </a:lnTo>
                <a:lnTo>
                  <a:pt x="29477" y="43562"/>
                </a:lnTo>
                <a:lnTo>
                  <a:pt x="29845" y="43931"/>
                </a:lnTo>
                <a:lnTo>
                  <a:pt x="30214" y="44317"/>
                </a:lnTo>
                <a:lnTo>
                  <a:pt x="30563" y="44741"/>
                </a:lnTo>
                <a:lnTo>
                  <a:pt x="30895" y="45183"/>
                </a:lnTo>
                <a:lnTo>
                  <a:pt x="31208" y="45643"/>
                </a:lnTo>
                <a:lnTo>
                  <a:pt x="31502" y="46140"/>
                </a:lnTo>
                <a:lnTo>
                  <a:pt x="31760" y="46656"/>
                </a:lnTo>
                <a:lnTo>
                  <a:pt x="32000" y="47208"/>
                </a:lnTo>
                <a:lnTo>
                  <a:pt x="32221" y="47779"/>
                </a:lnTo>
                <a:lnTo>
                  <a:pt x="32386" y="48386"/>
                </a:lnTo>
                <a:lnTo>
                  <a:pt x="32534" y="49012"/>
                </a:lnTo>
                <a:lnTo>
                  <a:pt x="32570" y="49344"/>
                </a:lnTo>
                <a:lnTo>
                  <a:pt x="32626" y="49675"/>
                </a:lnTo>
                <a:lnTo>
                  <a:pt x="32662" y="50080"/>
                </a:lnTo>
                <a:lnTo>
                  <a:pt x="32681" y="50485"/>
                </a:lnTo>
                <a:lnTo>
                  <a:pt x="32699" y="50909"/>
                </a:lnTo>
                <a:lnTo>
                  <a:pt x="32681" y="51332"/>
                </a:lnTo>
                <a:lnTo>
                  <a:pt x="32662" y="51756"/>
                </a:lnTo>
                <a:lnTo>
                  <a:pt x="32644" y="52179"/>
                </a:lnTo>
                <a:lnTo>
                  <a:pt x="32589" y="52603"/>
                </a:lnTo>
                <a:lnTo>
                  <a:pt x="32534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4136135"/>
            <a:ext cx="1085915" cy="1007345"/>
          </a:xfrm>
          <a:custGeom>
            <a:avLst/>
            <a:gdLst/>
            <a:ahLst/>
            <a:cxnLst/>
            <a:rect l="l" t="t" r="r" b="b"/>
            <a:pathLst>
              <a:path w="11195" h="10385" extrusionOk="0">
                <a:moveTo>
                  <a:pt x="3811" y="1"/>
                </a:moveTo>
                <a:lnTo>
                  <a:pt x="3517" y="19"/>
                </a:lnTo>
                <a:lnTo>
                  <a:pt x="2964" y="93"/>
                </a:lnTo>
                <a:lnTo>
                  <a:pt x="2430" y="203"/>
                </a:lnTo>
                <a:lnTo>
                  <a:pt x="1915" y="351"/>
                </a:lnTo>
                <a:lnTo>
                  <a:pt x="1399" y="535"/>
                </a:lnTo>
                <a:lnTo>
                  <a:pt x="921" y="756"/>
                </a:lnTo>
                <a:lnTo>
                  <a:pt x="442" y="995"/>
                </a:lnTo>
                <a:lnTo>
                  <a:pt x="0" y="1290"/>
                </a:lnTo>
                <a:lnTo>
                  <a:pt x="0" y="10385"/>
                </a:lnTo>
                <a:lnTo>
                  <a:pt x="10403" y="10385"/>
                </a:lnTo>
                <a:lnTo>
                  <a:pt x="10568" y="10017"/>
                </a:lnTo>
                <a:lnTo>
                  <a:pt x="10734" y="9630"/>
                </a:lnTo>
                <a:lnTo>
                  <a:pt x="10881" y="9225"/>
                </a:lnTo>
                <a:lnTo>
                  <a:pt x="10992" y="8820"/>
                </a:lnTo>
                <a:lnTo>
                  <a:pt x="11084" y="8397"/>
                </a:lnTo>
                <a:lnTo>
                  <a:pt x="11139" y="7973"/>
                </a:lnTo>
                <a:lnTo>
                  <a:pt x="11176" y="7550"/>
                </a:lnTo>
                <a:lnTo>
                  <a:pt x="11194" y="7108"/>
                </a:lnTo>
                <a:lnTo>
                  <a:pt x="11176" y="6740"/>
                </a:lnTo>
                <a:lnTo>
                  <a:pt x="11158" y="6390"/>
                </a:lnTo>
                <a:lnTo>
                  <a:pt x="11121" y="6021"/>
                </a:lnTo>
                <a:lnTo>
                  <a:pt x="11047" y="5672"/>
                </a:lnTo>
                <a:lnTo>
                  <a:pt x="10973" y="5340"/>
                </a:lnTo>
                <a:lnTo>
                  <a:pt x="10881" y="4990"/>
                </a:lnTo>
                <a:lnTo>
                  <a:pt x="10771" y="4659"/>
                </a:lnTo>
                <a:lnTo>
                  <a:pt x="10642" y="4346"/>
                </a:lnTo>
                <a:lnTo>
                  <a:pt x="10495" y="4033"/>
                </a:lnTo>
                <a:lnTo>
                  <a:pt x="10329" y="3720"/>
                </a:lnTo>
                <a:lnTo>
                  <a:pt x="10163" y="3425"/>
                </a:lnTo>
                <a:lnTo>
                  <a:pt x="9979" y="3131"/>
                </a:lnTo>
                <a:lnTo>
                  <a:pt x="9777" y="2855"/>
                </a:lnTo>
                <a:lnTo>
                  <a:pt x="9574" y="2578"/>
                </a:lnTo>
                <a:lnTo>
                  <a:pt x="9353" y="2321"/>
                </a:lnTo>
                <a:lnTo>
                  <a:pt x="9114" y="2081"/>
                </a:lnTo>
                <a:lnTo>
                  <a:pt x="8874" y="1842"/>
                </a:lnTo>
                <a:lnTo>
                  <a:pt x="8617" y="1621"/>
                </a:lnTo>
                <a:lnTo>
                  <a:pt x="8341" y="1419"/>
                </a:lnTo>
                <a:lnTo>
                  <a:pt x="8064" y="1216"/>
                </a:lnTo>
                <a:lnTo>
                  <a:pt x="7770" y="1032"/>
                </a:lnTo>
                <a:lnTo>
                  <a:pt x="7475" y="866"/>
                </a:lnTo>
                <a:lnTo>
                  <a:pt x="7162" y="700"/>
                </a:lnTo>
                <a:lnTo>
                  <a:pt x="6849" y="553"/>
                </a:lnTo>
                <a:lnTo>
                  <a:pt x="6536" y="424"/>
                </a:lnTo>
                <a:lnTo>
                  <a:pt x="6205" y="314"/>
                </a:lnTo>
                <a:lnTo>
                  <a:pt x="5855" y="222"/>
                </a:lnTo>
                <a:lnTo>
                  <a:pt x="5524" y="148"/>
                </a:lnTo>
                <a:lnTo>
                  <a:pt x="5174" y="74"/>
                </a:lnTo>
                <a:lnTo>
                  <a:pt x="4805" y="38"/>
                </a:lnTo>
                <a:lnTo>
                  <a:pt x="4456" y="19"/>
                </a:lnTo>
                <a:lnTo>
                  <a:pt x="4087" y="1"/>
                </a:lnTo>
                <a:close/>
              </a:path>
            </a:pathLst>
          </a:custGeom>
          <a:solidFill>
            <a:srgbClr val="B8F5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936023" cy="2500369"/>
          </a:xfrm>
          <a:custGeom>
            <a:avLst/>
            <a:gdLst/>
            <a:ahLst/>
            <a:cxnLst/>
            <a:rect l="l" t="t" r="r" b="b"/>
            <a:pathLst>
              <a:path w="19959" h="25777" extrusionOk="0">
                <a:moveTo>
                  <a:pt x="0" y="0"/>
                </a:moveTo>
                <a:lnTo>
                  <a:pt x="0" y="24727"/>
                </a:lnTo>
                <a:lnTo>
                  <a:pt x="626" y="24967"/>
                </a:lnTo>
                <a:lnTo>
                  <a:pt x="1289" y="25188"/>
                </a:lnTo>
                <a:lnTo>
                  <a:pt x="1952" y="25353"/>
                </a:lnTo>
                <a:lnTo>
                  <a:pt x="2614" y="25501"/>
                </a:lnTo>
                <a:lnTo>
                  <a:pt x="3296" y="25629"/>
                </a:lnTo>
                <a:lnTo>
                  <a:pt x="3995" y="25703"/>
                </a:lnTo>
                <a:lnTo>
                  <a:pt x="4695" y="25758"/>
                </a:lnTo>
                <a:lnTo>
                  <a:pt x="5413" y="25777"/>
                </a:lnTo>
                <a:lnTo>
                  <a:pt x="6168" y="25758"/>
                </a:lnTo>
                <a:lnTo>
                  <a:pt x="6904" y="25703"/>
                </a:lnTo>
                <a:lnTo>
                  <a:pt x="7622" y="25611"/>
                </a:lnTo>
                <a:lnTo>
                  <a:pt x="8341" y="25482"/>
                </a:lnTo>
                <a:lnTo>
                  <a:pt x="9040" y="25316"/>
                </a:lnTo>
                <a:lnTo>
                  <a:pt x="9740" y="25114"/>
                </a:lnTo>
                <a:lnTo>
                  <a:pt x="10421" y="24893"/>
                </a:lnTo>
                <a:lnTo>
                  <a:pt x="11084" y="24635"/>
                </a:lnTo>
                <a:lnTo>
                  <a:pt x="11710" y="24341"/>
                </a:lnTo>
                <a:lnTo>
                  <a:pt x="12354" y="24028"/>
                </a:lnTo>
                <a:lnTo>
                  <a:pt x="12962" y="23678"/>
                </a:lnTo>
                <a:lnTo>
                  <a:pt x="13551" y="23291"/>
                </a:lnTo>
                <a:lnTo>
                  <a:pt x="14122" y="22886"/>
                </a:lnTo>
                <a:lnTo>
                  <a:pt x="14674" y="22463"/>
                </a:lnTo>
                <a:lnTo>
                  <a:pt x="15190" y="22002"/>
                </a:lnTo>
                <a:lnTo>
                  <a:pt x="15705" y="21524"/>
                </a:lnTo>
                <a:lnTo>
                  <a:pt x="16184" y="21008"/>
                </a:lnTo>
                <a:lnTo>
                  <a:pt x="16644" y="20493"/>
                </a:lnTo>
                <a:lnTo>
                  <a:pt x="17068" y="19940"/>
                </a:lnTo>
                <a:lnTo>
                  <a:pt x="17473" y="19370"/>
                </a:lnTo>
                <a:lnTo>
                  <a:pt x="17859" y="18780"/>
                </a:lnTo>
                <a:lnTo>
                  <a:pt x="18209" y="18173"/>
                </a:lnTo>
                <a:lnTo>
                  <a:pt x="18522" y="17528"/>
                </a:lnTo>
                <a:lnTo>
                  <a:pt x="18817" y="16902"/>
                </a:lnTo>
                <a:lnTo>
                  <a:pt x="19075" y="16240"/>
                </a:lnTo>
                <a:lnTo>
                  <a:pt x="19295" y="15558"/>
                </a:lnTo>
                <a:lnTo>
                  <a:pt x="19498" y="14859"/>
                </a:lnTo>
                <a:lnTo>
                  <a:pt x="19664" y="14159"/>
                </a:lnTo>
                <a:lnTo>
                  <a:pt x="19793" y="13441"/>
                </a:lnTo>
                <a:lnTo>
                  <a:pt x="19885" y="12723"/>
                </a:lnTo>
                <a:lnTo>
                  <a:pt x="19940" y="11986"/>
                </a:lnTo>
                <a:lnTo>
                  <a:pt x="19958" y="11232"/>
                </a:lnTo>
                <a:lnTo>
                  <a:pt x="19958" y="10808"/>
                </a:lnTo>
                <a:lnTo>
                  <a:pt x="19940" y="10385"/>
                </a:lnTo>
                <a:lnTo>
                  <a:pt x="19903" y="9980"/>
                </a:lnTo>
                <a:lnTo>
                  <a:pt x="19866" y="9556"/>
                </a:lnTo>
                <a:lnTo>
                  <a:pt x="19811" y="9151"/>
                </a:lnTo>
                <a:lnTo>
                  <a:pt x="19737" y="8746"/>
                </a:lnTo>
                <a:lnTo>
                  <a:pt x="19664" y="8341"/>
                </a:lnTo>
                <a:lnTo>
                  <a:pt x="19590" y="7936"/>
                </a:lnTo>
                <a:lnTo>
                  <a:pt x="19480" y="7549"/>
                </a:lnTo>
                <a:lnTo>
                  <a:pt x="19388" y="7163"/>
                </a:lnTo>
                <a:lnTo>
                  <a:pt x="19259" y="6776"/>
                </a:lnTo>
                <a:lnTo>
                  <a:pt x="19130" y="6389"/>
                </a:lnTo>
                <a:lnTo>
                  <a:pt x="19001" y="6021"/>
                </a:lnTo>
                <a:lnTo>
                  <a:pt x="18854" y="5653"/>
                </a:lnTo>
                <a:lnTo>
                  <a:pt x="18522" y="4916"/>
                </a:lnTo>
                <a:lnTo>
                  <a:pt x="18154" y="4217"/>
                </a:lnTo>
                <a:lnTo>
                  <a:pt x="17749" y="3536"/>
                </a:lnTo>
                <a:lnTo>
                  <a:pt x="17325" y="2873"/>
                </a:lnTo>
                <a:lnTo>
                  <a:pt x="16847" y="2247"/>
                </a:lnTo>
                <a:lnTo>
                  <a:pt x="16350" y="1639"/>
                </a:lnTo>
                <a:lnTo>
                  <a:pt x="15816" y="1068"/>
                </a:lnTo>
                <a:lnTo>
                  <a:pt x="15245" y="516"/>
                </a:lnTo>
                <a:lnTo>
                  <a:pt x="14656" y="0"/>
                </a:lnTo>
                <a:close/>
              </a:path>
            </a:pathLst>
          </a:custGeom>
          <a:solidFill>
            <a:srgbClr val="9BCF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221665" y="0"/>
            <a:ext cx="971649" cy="843027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rgbClr val="51B1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918075" y="1991850"/>
            <a:ext cx="39579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12EEC9-46E4-8E78-FE96-4514BB6A03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6293" y="0"/>
            <a:ext cx="1137707" cy="860611"/>
          </a:xfrm>
          <a:prstGeom prst="rect">
            <a:avLst/>
          </a:prstGeom>
          <a:solidFill>
            <a:srgbClr val="FFF8EE"/>
          </a:solidFill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49676" y="4677"/>
                </a:moveTo>
                <a:lnTo>
                  <a:pt x="49731" y="5469"/>
                </a:lnTo>
                <a:lnTo>
                  <a:pt x="49749" y="6408"/>
                </a:lnTo>
                <a:lnTo>
                  <a:pt x="49786" y="7660"/>
                </a:lnTo>
                <a:lnTo>
                  <a:pt x="49786" y="9169"/>
                </a:lnTo>
                <a:lnTo>
                  <a:pt x="49731" y="10900"/>
                </a:lnTo>
                <a:lnTo>
                  <a:pt x="49694" y="11858"/>
                </a:lnTo>
                <a:lnTo>
                  <a:pt x="49639" y="12833"/>
                </a:lnTo>
                <a:lnTo>
                  <a:pt x="49584" y="13846"/>
                </a:lnTo>
                <a:lnTo>
                  <a:pt x="49492" y="14895"/>
                </a:lnTo>
                <a:lnTo>
                  <a:pt x="49381" y="15982"/>
                </a:lnTo>
                <a:lnTo>
                  <a:pt x="49252" y="17086"/>
                </a:lnTo>
                <a:lnTo>
                  <a:pt x="49087" y="18191"/>
                </a:lnTo>
                <a:lnTo>
                  <a:pt x="48921" y="19314"/>
                </a:lnTo>
                <a:lnTo>
                  <a:pt x="48700" y="20456"/>
                </a:lnTo>
                <a:lnTo>
                  <a:pt x="48479" y="21597"/>
                </a:lnTo>
                <a:lnTo>
                  <a:pt x="48203" y="22720"/>
                </a:lnTo>
                <a:lnTo>
                  <a:pt x="47908" y="23844"/>
                </a:lnTo>
                <a:lnTo>
                  <a:pt x="47577" y="24948"/>
                </a:lnTo>
                <a:lnTo>
                  <a:pt x="47209" y="26053"/>
                </a:lnTo>
                <a:lnTo>
                  <a:pt x="47006" y="26587"/>
                </a:lnTo>
                <a:lnTo>
                  <a:pt x="46804" y="27121"/>
                </a:lnTo>
                <a:lnTo>
                  <a:pt x="46583" y="27636"/>
                </a:lnTo>
                <a:lnTo>
                  <a:pt x="46362" y="28152"/>
                </a:lnTo>
                <a:lnTo>
                  <a:pt x="46122" y="28667"/>
                </a:lnTo>
                <a:lnTo>
                  <a:pt x="45883" y="29165"/>
                </a:lnTo>
                <a:lnTo>
                  <a:pt x="45625" y="29643"/>
                </a:lnTo>
                <a:lnTo>
                  <a:pt x="45349" y="30122"/>
                </a:lnTo>
                <a:lnTo>
                  <a:pt x="45073" y="30601"/>
                </a:lnTo>
                <a:lnTo>
                  <a:pt x="44778" y="31061"/>
                </a:lnTo>
                <a:lnTo>
                  <a:pt x="44484" y="31503"/>
                </a:lnTo>
                <a:lnTo>
                  <a:pt x="44171" y="31926"/>
                </a:lnTo>
                <a:lnTo>
                  <a:pt x="43839" y="32350"/>
                </a:lnTo>
                <a:lnTo>
                  <a:pt x="43508" y="32736"/>
                </a:lnTo>
                <a:lnTo>
                  <a:pt x="43158" y="33123"/>
                </a:lnTo>
                <a:lnTo>
                  <a:pt x="42827" y="33491"/>
                </a:lnTo>
                <a:lnTo>
                  <a:pt x="42458" y="33841"/>
                </a:lnTo>
                <a:lnTo>
                  <a:pt x="42109" y="34154"/>
                </a:lnTo>
                <a:lnTo>
                  <a:pt x="41740" y="34467"/>
                </a:lnTo>
                <a:lnTo>
                  <a:pt x="41372" y="34780"/>
                </a:lnTo>
                <a:lnTo>
                  <a:pt x="41004" y="35056"/>
                </a:lnTo>
                <a:lnTo>
                  <a:pt x="40617" y="35314"/>
                </a:lnTo>
                <a:lnTo>
                  <a:pt x="40231" y="35572"/>
                </a:lnTo>
                <a:lnTo>
                  <a:pt x="39844" y="35811"/>
                </a:lnTo>
                <a:lnTo>
                  <a:pt x="39457" y="36032"/>
                </a:lnTo>
                <a:lnTo>
                  <a:pt x="39052" y="36253"/>
                </a:lnTo>
                <a:lnTo>
                  <a:pt x="38666" y="36437"/>
                </a:lnTo>
                <a:lnTo>
                  <a:pt x="38261" y="36621"/>
                </a:lnTo>
                <a:lnTo>
                  <a:pt x="37874" y="36805"/>
                </a:lnTo>
                <a:lnTo>
                  <a:pt x="37469" y="36953"/>
                </a:lnTo>
                <a:lnTo>
                  <a:pt x="36659" y="37247"/>
                </a:lnTo>
                <a:lnTo>
                  <a:pt x="35867" y="37487"/>
                </a:lnTo>
                <a:lnTo>
                  <a:pt x="35057" y="37689"/>
                </a:lnTo>
                <a:lnTo>
                  <a:pt x="34265" y="37836"/>
                </a:lnTo>
                <a:lnTo>
                  <a:pt x="33492" y="37965"/>
                </a:lnTo>
                <a:lnTo>
                  <a:pt x="32719" y="38057"/>
                </a:lnTo>
                <a:lnTo>
                  <a:pt x="31964" y="38131"/>
                </a:lnTo>
                <a:lnTo>
                  <a:pt x="31227" y="38168"/>
                </a:lnTo>
                <a:lnTo>
                  <a:pt x="30528" y="38186"/>
                </a:lnTo>
                <a:lnTo>
                  <a:pt x="29846" y="38168"/>
                </a:lnTo>
                <a:lnTo>
                  <a:pt x="29202" y="38149"/>
                </a:lnTo>
                <a:lnTo>
                  <a:pt x="28576" y="38113"/>
                </a:lnTo>
                <a:lnTo>
                  <a:pt x="27987" y="38057"/>
                </a:lnTo>
                <a:lnTo>
                  <a:pt x="27453" y="37984"/>
                </a:lnTo>
                <a:lnTo>
                  <a:pt x="26956" y="37928"/>
                </a:lnTo>
                <a:lnTo>
                  <a:pt x="26090" y="37781"/>
                </a:lnTo>
                <a:lnTo>
                  <a:pt x="25446" y="37652"/>
                </a:lnTo>
                <a:lnTo>
                  <a:pt x="25041" y="37560"/>
                </a:lnTo>
                <a:lnTo>
                  <a:pt x="24912" y="37523"/>
                </a:lnTo>
                <a:lnTo>
                  <a:pt x="24838" y="37395"/>
                </a:lnTo>
                <a:lnTo>
                  <a:pt x="24636" y="37026"/>
                </a:lnTo>
                <a:lnTo>
                  <a:pt x="24323" y="36456"/>
                </a:lnTo>
                <a:lnTo>
                  <a:pt x="23955" y="35664"/>
                </a:lnTo>
                <a:lnTo>
                  <a:pt x="23752" y="35204"/>
                </a:lnTo>
                <a:lnTo>
                  <a:pt x="23550" y="34706"/>
                </a:lnTo>
                <a:lnTo>
                  <a:pt x="23347" y="34154"/>
                </a:lnTo>
                <a:lnTo>
                  <a:pt x="23126" y="33565"/>
                </a:lnTo>
                <a:lnTo>
                  <a:pt x="22924" y="32957"/>
                </a:lnTo>
                <a:lnTo>
                  <a:pt x="22739" y="32294"/>
                </a:lnTo>
                <a:lnTo>
                  <a:pt x="22555" y="31613"/>
                </a:lnTo>
                <a:lnTo>
                  <a:pt x="22390" y="30895"/>
                </a:lnTo>
                <a:lnTo>
                  <a:pt x="22242" y="30159"/>
                </a:lnTo>
                <a:lnTo>
                  <a:pt x="22113" y="29385"/>
                </a:lnTo>
                <a:lnTo>
                  <a:pt x="22021" y="28612"/>
                </a:lnTo>
                <a:lnTo>
                  <a:pt x="21966" y="27802"/>
                </a:lnTo>
                <a:lnTo>
                  <a:pt x="21929" y="26974"/>
                </a:lnTo>
                <a:lnTo>
                  <a:pt x="21948" y="26145"/>
                </a:lnTo>
                <a:lnTo>
                  <a:pt x="22003" y="25298"/>
                </a:lnTo>
                <a:lnTo>
                  <a:pt x="22040" y="24856"/>
                </a:lnTo>
                <a:lnTo>
                  <a:pt x="22095" y="24433"/>
                </a:lnTo>
                <a:lnTo>
                  <a:pt x="22169" y="23991"/>
                </a:lnTo>
                <a:lnTo>
                  <a:pt x="22242" y="23567"/>
                </a:lnTo>
                <a:lnTo>
                  <a:pt x="22334" y="23125"/>
                </a:lnTo>
                <a:lnTo>
                  <a:pt x="22445" y="22684"/>
                </a:lnTo>
                <a:lnTo>
                  <a:pt x="22574" y="22260"/>
                </a:lnTo>
                <a:lnTo>
                  <a:pt x="22703" y="21818"/>
                </a:lnTo>
                <a:lnTo>
                  <a:pt x="22850" y="21376"/>
                </a:lnTo>
                <a:lnTo>
                  <a:pt x="23034" y="20935"/>
                </a:lnTo>
                <a:lnTo>
                  <a:pt x="23218" y="20493"/>
                </a:lnTo>
                <a:lnTo>
                  <a:pt x="23421" y="20069"/>
                </a:lnTo>
                <a:lnTo>
                  <a:pt x="23623" y="19627"/>
                </a:lnTo>
                <a:lnTo>
                  <a:pt x="23863" y="19185"/>
                </a:lnTo>
                <a:lnTo>
                  <a:pt x="24120" y="18762"/>
                </a:lnTo>
                <a:lnTo>
                  <a:pt x="24397" y="18320"/>
                </a:lnTo>
                <a:lnTo>
                  <a:pt x="24691" y="17897"/>
                </a:lnTo>
                <a:lnTo>
                  <a:pt x="24986" y="17473"/>
                </a:lnTo>
                <a:lnTo>
                  <a:pt x="25317" y="17050"/>
                </a:lnTo>
                <a:lnTo>
                  <a:pt x="25667" y="16645"/>
                </a:lnTo>
                <a:lnTo>
                  <a:pt x="26035" y="16240"/>
                </a:lnTo>
                <a:lnTo>
                  <a:pt x="26403" y="15834"/>
                </a:lnTo>
                <a:lnTo>
                  <a:pt x="26790" y="15448"/>
                </a:lnTo>
                <a:lnTo>
                  <a:pt x="27177" y="15061"/>
                </a:lnTo>
                <a:lnTo>
                  <a:pt x="27600" y="14693"/>
                </a:lnTo>
                <a:lnTo>
                  <a:pt x="28024" y="14325"/>
                </a:lnTo>
                <a:lnTo>
                  <a:pt x="28447" y="13956"/>
                </a:lnTo>
                <a:lnTo>
                  <a:pt x="28889" y="13607"/>
                </a:lnTo>
                <a:lnTo>
                  <a:pt x="29349" y="13257"/>
                </a:lnTo>
                <a:lnTo>
                  <a:pt x="29810" y="12925"/>
                </a:lnTo>
                <a:lnTo>
                  <a:pt x="30767" y="12263"/>
                </a:lnTo>
                <a:lnTo>
                  <a:pt x="31743" y="11637"/>
                </a:lnTo>
                <a:lnTo>
                  <a:pt x="32737" y="11047"/>
                </a:lnTo>
                <a:lnTo>
                  <a:pt x="33750" y="10477"/>
                </a:lnTo>
                <a:lnTo>
                  <a:pt x="34781" y="9943"/>
                </a:lnTo>
                <a:lnTo>
                  <a:pt x="35812" y="9446"/>
                </a:lnTo>
                <a:lnTo>
                  <a:pt x="36843" y="8949"/>
                </a:lnTo>
                <a:lnTo>
                  <a:pt x="37874" y="8507"/>
                </a:lnTo>
                <a:lnTo>
                  <a:pt x="38905" y="8065"/>
                </a:lnTo>
                <a:lnTo>
                  <a:pt x="39899" y="7678"/>
                </a:lnTo>
                <a:lnTo>
                  <a:pt x="40893" y="7291"/>
                </a:lnTo>
                <a:lnTo>
                  <a:pt x="41851" y="6960"/>
                </a:lnTo>
                <a:lnTo>
                  <a:pt x="42771" y="6629"/>
                </a:lnTo>
                <a:lnTo>
                  <a:pt x="43674" y="6334"/>
                </a:lnTo>
                <a:lnTo>
                  <a:pt x="45331" y="5819"/>
                </a:lnTo>
                <a:lnTo>
                  <a:pt x="46785" y="5395"/>
                </a:lnTo>
                <a:lnTo>
                  <a:pt x="47982" y="5082"/>
                </a:lnTo>
                <a:lnTo>
                  <a:pt x="48903" y="4861"/>
                </a:lnTo>
                <a:lnTo>
                  <a:pt x="49676" y="4677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35802" y="2802078"/>
            <a:ext cx="1905613" cy="1255536"/>
          </a:xfrm>
          <a:custGeom>
            <a:avLst/>
            <a:gdLst/>
            <a:ahLst/>
            <a:cxnLst/>
            <a:rect l="l" t="t" r="r" b="b"/>
            <a:pathLst>
              <a:path w="19646" h="12944" extrusionOk="0">
                <a:moveTo>
                  <a:pt x="9261" y="0"/>
                </a:moveTo>
                <a:lnTo>
                  <a:pt x="8654" y="19"/>
                </a:lnTo>
                <a:lnTo>
                  <a:pt x="8065" y="37"/>
                </a:lnTo>
                <a:lnTo>
                  <a:pt x="7457" y="74"/>
                </a:lnTo>
                <a:lnTo>
                  <a:pt x="6868" y="129"/>
                </a:lnTo>
                <a:lnTo>
                  <a:pt x="6297" y="203"/>
                </a:lnTo>
                <a:lnTo>
                  <a:pt x="5174" y="350"/>
                </a:lnTo>
                <a:lnTo>
                  <a:pt x="4106" y="534"/>
                </a:lnTo>
                <a:lnTo>
                  <a:pt x="3130" y="737"/>
                </a:lnTo>
                <a:lnTo>
                  <a:pt x="2247" y="939"/>
                </a:lnTo>
                <a:lnTo>
                  <a:pt x="1492" y="1123"/>
                </a:lnTo>
                <a:lnTo>
                  <a:pt x="866" y="1289"/>
                </a:lnTo>
                <a:lnTo>
                  <a:pt x="405" y="1436"/>
                </a:lnTo>
                <a:lnTo>
                  <a:pt x="0" y="1547"/>
                </a:lnTo>
                <a:lnTo>
                  <a:pt x="203" y="1915"/>
                </a:lnTo>
                <a:lnTo>
                  <a:pt x="424" y="2357"/>
                </a:lnTo>
                <a:lnTo>
                  <a:pt x="737" y="2909"/>
                </a:lnTo>
                <a:lnTo>
                  <a:pt x="1142" y="3591"/>
                </a:lnTo>
                <a:lnTo>
                  <a:pt x="1602" y="4364"/>
                </a:lnTo>
                <a:lnTo>
                  <a:pt x="2155" y="5192"/>
                </a:lnTo>
                <a:lnTo>
                  <a:pt x="2762" y="6095"/>
                </a:lnTo>
                <a:lnTo>
                  <a:pt x="3425" y="6997"/>
                </a:lnTo>
                <a:lnTo>
                  <a:pt x="3793" y="7457"/>
                </a:lnTo>
                <a:lnTo>
                  <a:pt x="4161" y="7917"/>
                </a:lnTo>
                <a:lnTo>
                  <a:pt x="4548" y="8378"/>
                </a:lnTo>
                <a:lnTo>
                  <a:pt x="4953" y="8820"/>
                </a:lnTo>
                <a:lnTo>
                  <a:pt x="5358" y="9261"/>
                </a:lnTo>
                <a:lnTo>
                  <a:pt x="5800" y="9685"/>
                </a:lnTo>
                <a:lnTo>
                  <a:pt x="6223" y="10090"/>
                </a:lnTo>
                <a:lnTo>
                  <a:pt x="6684" y="10495"/>
                </a:lnTo>
                <a:lnTo>
                  <a:pt x="7144" y="10863"/>
                </a:lnTo>
                <a:lnTo>
                  <a:pt x="7604" y="11213"/>
                </a:lnTo>
                <a:lnTo>
                  <a:pt x="8083" y="11544"/>
                </a:lnTo>
                <a:lnTo>
                  <a:pt x="8580" y="11839"/>
                </a:lnTo>
                <a:lnTo>
                  <a:pt x="9077" y="12097"/>
                </a:lnTo>
                <a:lnTo>
                  <a:pt x="9574" y="12336"/>
                </a:lnTo>
                <a:lnTo>
                  <a:pt x="9979" y="12483"/>
                </a:lnTo>
                <a:lnTo>
                  <a:pt x="10385" y="12631"/>
                </a:lnTo>
                <a:lnTo>
                  <a:pt x="10790" y="12723"/>
                </a:lnTo>
                <a:lnTo>
                  <a:pt x="11195" y="12815"/>
                </a:lnTo>
                <a:lnTo>
                  <a:pt x="11581" y="12888"/>
                </a:lnTo>
                <a:lnTo>
                  <a:pt x="11986" y="12925"/>
                </a:lnTo>
                <a:lnTo>
                  <a:pt x="12355" y="12944"/>
                </a:lnTo>
                <a:lnTo>
                  <a:pt x="12741" y="12944"/>
                </a:lnTo>
                <a:lnTo>
                  <a:pt x="13109" y="12925"/>
                </a:lnTo>
                <a:lnTo>
                  <a:pt x="13478" y="12888"/>
                </a:lnTo>
                <a:lnTo>
                  <a:pt x="13846" y="12852"/>
                </a:lnTo>
                <a:lnTo>
                  <a:pt x="14196" y="12778"/>
                </a:lnTo>
                <a:lnTo>
                  <a:pt x="14527" y="12704"/>
                </a:lnTo>
                <a:lnTo>
                  <a:pt x="14877" y="12631"/>
                </a:lnTo>
                <a:lnTo>
                  <a:pt x="15208" y="12520"/>
                </a:lnTo>
                <a:lnTo>
                  <a:pt x="15521" y="12410"/>
                </a:lnTo>
                <a:lnTo>
                  <a:pt x="16129" y="12170"/>
                </a:lnTo>
                <a:lnTo>
                  <a:pt x="16718" y="11913"/>
                </a:lnTo>
                <a:lnTo>
                  <a:pt x="17252" y="11618"/>
                </a:lnTo>
                <a:lnTo>
                  <a:pt x="17731" y="11324"/>
                </a:lnTo>
                <a:lnTo>
                  <a:pt x="18173" y="11029"/>
                </a:lnTo>
                <a:lnTo>
                  <a:pt x="18559" y="10753"/>
                </a:lnTo>
                <a:lnTo>
                  <a:pt x="18891" y="10495"/>
                </a:lnTo>
                <a:lnTo>
                  <a:pt x="19167" y="10274"/>
                </a:lnTo>
                <a:lnTo>
                  <a:pt x="5929" y="4069"/>
                </a:lnTo>
                <a:lnTo>
                  <a:pt x="19646" y="9225"/>
                </a:lnTo>
                <a:lnTo>
                  <a:pt x="19646" y="9225"/>
                </a:lnTo>
                <a:lnTo>
                  <a:pt x="19609" y="8875"/>
                </a:lnTo>
                <a:lnTo>
                  <a:pt x="19572" y="8451"/>
                </a:lnTo>
                <a:lnTo>
                  <a:pt x="19498" y="7991"/>
                </a:lnTo>
                <a:lnTo>
                  <a:pt x="19406" y="7475"/>
                </a:lnTo>
                <a:lnTo>
                  <a:pt x="19277" y="6923"/>
                </a:lnTo>
                <a:lnTo>
                  <a:pt x="19112" y="6334"/>
                </a:lnTo>
                <a:lnTo>
                  <a:pt x="18909" y="5726"/>
                </a:lnTo>
                <a:lnTo>
                  <a:pt x="18651" y="5119"/>
                </a:lnTo>
                <a:lnTo>
                  <a:pt x="18504" y="4806"/>
                </a:lnTo>
                <a:lnTo>
                  <a:pt x="18338" y="4493"/>
                </a:lnTo>
                <a:lnTo>
                  <a:pt x="18173" y="4180"/>
                </a:lnTo>
                <a:lnTo>
                  <a:pt x="17989" y="3885"/>
                </a:lnTo>
                <a:lnTo>
                  <a:pt x="17786" y="3591"/>
                </a:lnTo>
                <a:lnTo>
                  <a:pt x="17565" y="3296"/>
                </a:lnTo>
                <a:lnTo>
                  <a:pt x="17326" y="3001"/>
                </a:lnTo>
                <a:lnTo>
                  <a:pt x="17086" y="2725"/>
                </a:lnTo>
                <a:lnTo>
                  <a:pt x="16810" y="2449"/>
                </a:lnTo>
                <a:lnTo>
                  <a:pt x="16534" y="2173"/>
                </a:lnTo>
                <a:lnTo>
                  <a:pt x="16221" y="1934"/>
                </a:lnTo>
                <a:lnTo>
                  <a:pt x="15890" y="1694"/>
                </a:lnTo>
                <a:lnTo>
                  <a:pt x="15558" y="1455"/>
                </a:lnTo>
                <a:lnTo>
                  <a:pt x="15190" y="1252"/>
                </a:lnTo>
                <a:lnTo>
                  <a:pt x="14803" y="1050"/>
                </a:lnTo>
                <a:lnTo>
                  <a:pt x="14398" y="866"/>
                </a:lnTo>
                <a:lnTo>
                  <a:pt x="13883" y="663"/>
                </a:lnTo>
                <a:lnTo>
                  <a:pt x="13349" y="497"/>
                </a:lnTo>
                <a:lnTo>
                  <a:pt x="12796" y="350"/>
                </a:lnTo>
                <a:lnTo>
                  <a:pt x="12226" y="240"/>
                </a:lnTo>
                <a:lnTo>
                  <a:pt x="11655" y="148"/>
                </a:lnTo>
                <a:lnTo>
                  <a:pt x="11066" y="74"/>
                </a:lnTo>
                <a:lnTo>
                  <a:pt x="10458" y="37"/>
                </a:lnTo>
                <a:lnTo>
                  <a:pt x="98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136091"/>
            <a:ext cx="1085984" cy="1007319"/>
          </a:xfrm>
          <a:custGeom>
            <a:avLst/>
            <a:gdLst/>
            <a:ahLst/>
            <a:cxnLst/>
            <a:rect l="l" t="t" r="r" b="b"/>
            <a:pathLst>
              <a:path w="11196" h="10385" extrusionOk="0">
                <a:moveTo>
                  <a:pt x="3812" y="1"/>
                </a:moveTo>
                <a:lnTo>
                  <a:pt x="3518" y="19"/>
                </a:lnTo>
                <a:lnTo>
                  <a:pt x="2965" y="93"/>
                </a:lnTo>
                <a:lnTo>
                  <a:pt x="2431" y="203"/>
                </a:lnTo>
                <a:lnTo>
                  <a:pt x="1916" y="351"/>
                </a:lnTo>
                <a:lnTo>
                  <a:pt x="1400" y="535"/>
                </a:lnTo>
                <a:lnTo>
                  <a:pt x="922" y="756"/>
                </a:lnTo>
                <a:lnTo>
                  <a:pt x="443" y="995"/>
                </a:lnTo>
                <a:lnTo>
                  <a:pt x="1" y="1290"/>
                </a:lnTo>
                <a:lnTo>
                  <a:pt x="1" y="10385"/>
                </a:lnTo>
                <a:lnTo>
                  <a:pt x="10404" y="10385"/>
                </a:lnTo>
                <a:lnTo>
                  <a:pt x="10569" y="10017"/>
                </a:lnTo>
                <a:lnTo>
                  <a:pt x="10735" y="9630"/>
                </a:lnTo>
                <a:lnTo>
                  <a:pt x="10882" y="9225"/>
                </a:lnTo>
                <a:lnTo>
                  <a:pt x="10993" y="8820"/>
                </a:lnTo>
                <a:lnTo>
                  <a:pt x="11085" y="8397"/>
                </a:lnTo>
                <a:lnTo>
                  <a:pt x="11140" y="7973"/>
                </a:lnTo>
                <a:lnTo>
                  <a:pt x="11177" y="7550"/>
                </a:lnTo>
                <a:lnTo>
                  <a:pt x="11195" y="7108"/>
                </a:lnTo>
                <a:lnTo>
                  <a:pt x="11177" y="6740"/>
                </a:lnTo>
                <a:lnTo>
                  <a:pt x="11158" y="6390"/>
                </a:lnTo>
                <a:lnTo>
                  <a:pt x="11122" y="6021"/>
                </a:lnTo>
                <a:lnTo>
                  <a:pt x="11048" y="5672"/>
                </a:lnTo>
                <a:lnTo>
                  <a:pt x="10974" y="5340"/>
                </a:lnTo>
                <a:lnTo>
                  <a:pt x="10882" y="4990"/>
                </a:lnTo>
                <a:lnTo>
                  <a:pt x="10772" y="4659"/>
                </a:lnTo>
                <a:lnTo>
                  <a:pt x="10643" y="4346"/>
                </a:lnTo>
                <a:lnTo>
                  <a:pt x="10496" y="4033"/>
                </a:lnTo>
                <a:lnTo>
                  <a:pt x="10330" y="3720"/>
                </a:lnTo>
                <a:lnTo>
                  <a:pt x="10164" y="3425"/>
                </a:lnTo>
                <a:lnTo>
                  <a:pt x="9980" y="3131"/>
                </a:lnTo>
                <a:lnTo>
                  <a:pt x="9778" y="2855"/>
                </a:lnTo>
                <a:lnTo>
                  <a:pt x="9575" y="2578"/>
                </a:lnTo>
                <a:lnTo>
                  <a:pt x="9354" y="2321"/>
                </a:lnTo>
                <a:lnTo>
                  <a:pt x="9115" y="2081"/>
                </a:lnTo>
                <a:lnTo>
                  <a:pt x="8875" y="1842"/>
                </a:lnTo>
                <a:lnTo>
                  <a:pt x="8618" y="1621"/>
                </a:lnTo>
                <a:lnTo>
                  <a:pt x="8341" y="1419"/>
                </a:lnTo>
                <a:lnTo>
                  <a:pt x="8065" y="1216"/>
                </a:lnTo>
                <a:lnTo>
                  <a:pt x="7771" y="1032"/>
                </a:lnTo>
                <a:lnTo>
                  <a:pt x="7476" y="866"/>
                </a:lnTo>
                <a:lnTo>
                  <a:pt x="7163" y="700"/>
                </a:lnTo>
                <a:lnTo>
                  <a:pt x="6850" y="553"/>
                </a:lnTo>
                <a:lnTo>
                  <a:pt x="6537" y="424"/>
                </a:lnTo>
                <a:lnTo>
                  <a:pt x="6206" y="314"/>
                </a:lnTo>
                <a:lnTo>
                  <a:pt x="5856" y="222"/>
                </a:lnTo>
                <a:lnTo>
                  <a:pt x="5525" y="148"/>
                </a:lnTo>
                <a:lnTo>
                  <a:pt x="5175" y="74"/>
                </a:lnTo>
                <a:lnTo>
                  <a:pt x="4806" y="38"/>
                </a:lnTo>
                <a:lnTo>
                  <a:pt x="4457" y="19"/>
                </a:lnTo>
                <a:lnTo>
                  <a:pt x="4088" y="1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936070" cy="2500305"/>
          </a:xfrm>
          <a:custGeom>
            <a:avLst/>
            <a:gdLst/>
            <a:ahLst/>
            <a:cxnLst/>
            <a:rect l="l" t="t" r="r" b="b"/>
            <a:pathLst>
              <a:path w="19960" h="25777" extrusionOk="0">
                <a:moveTo>
                  <a:pt x="1" y="0"/>
                </a:moveTo>
                <a:lnTo>
                  <a:pt x="1" y="24727"/>
                </a:lnTo>
                <a:lnTo>
                  <a:pt x="627" y="24967"/>
                </a:lnTo>
                <a:lnTo>
                  <a:pt x="1290" y="25188"/>
                </a:lnTo>
                <a:lnTo>
                  <a:pt x="1953" y="25353"/>
                </a:lnTo>
                <a:lnTo>
                  <a:pt x="2615" y="25501"/>
                </a:lnTo>
                <a:lnTo>
                  <a:pt x="3297" y="25629"/>
                </a:lnTo>
                <a:lnTo>
                  <a:pt x="3996" y="25703"/>
                </a:lnTo>
                <a:lnTo>
                  <a:pt x="4696" y="25758"/>
                </a:lnTo>
                <a:lnTo>
                  <a:pt x="5414" y="25777"/>
                </a:lnTo>
                <a:lnTo>
                  <a:pt x="6169" y="25758"/>
                </a:lnTo>
                <a:lnTo>
                  <a:pt x="6905" y="25703"/>
                </a:lnTo>
                <a:lnTo>
                  <a:pt x="7623" y="25611"/>
                </a:lnTo>
                <a:lnTo>
                  <a:pt x="8341" y="25482"/>
                </a:lnTo>
                <a:lnTo>
                  <a:pt x="9041" y="25316"/>
                </a:lnTo>
                <a:lnTo>
                  <a:pt x="9741" y="25114"/>
                </a:lnTo>
                <a:lnTo>
                  <a:pt x="10422" y="24893"/>
                </a:lnTo>
                <a:lnTo>
                  <a:pt x="11085" y="24635"/>
                </a:lnTo>
                <a:lnTo>
                  <a:pt x="11711" y="24341"/>
                </a:lnTo>
                <a:lnTo>
                  <a:pt x="12355" y="24028"/>
                </a:lnTo>
                <a:lnTo>
                  <a:pt x="12963" y="23678"/>
                </a:lnTo>
                <a:lnTo>
                  <a:pt x="13552" y="23291"/>
                </a:lnTo>
                <a:lnTo>
                  <a:pt x="14123" y="22886"/>
                </a:lnTo>
                <a:lnTo>
                  <a:pt x="14675" y="22463"/>
                </a:lnTo>
                <a:lnTo>
                  <a:pt x="15191" y="22002"/>
                </a:lnTo>
                <a:lnTo>
                  <a:pt x="15706" y="21524"/>
                </a:lnTo>
                <a:lnTo>
                  <a:pt x="16185" y="21008"/>
                </a:lnTo>
                <a:lnTo>
                  <a:pt x="16645" y="20493"/>
                </a:lnTo>
                <a:lnTo>
                  <a:pt x="17069" y="19940"/>
                </a:lnTo>
                <a:lnTo>
                  <a:pt x="17474" y="19370"/>
                </a:lnTo>
                <a:lnTo>
                  <a:pt x="17860" y="18780"/>
                </a:lnTo>
                <a:lnTo>
                  <a:pt x="18210" y="18173"/>
                </a:lnTo>
                <a:lnTo>
                  <a:pt x="18523" y="17528"/>
                </a:lnTo>
                <a:lnTo>
                  <a:pt x="18818" y="16902"/>
                </a:lnTo>
                <a:lnTo>
                  <a:pt x="19076" y="16240"/>
                </a:lnTo>
                <a:lnTo>
                  <a:pt x="19296" y="15558"/>
                </a:lnTo>
                <a:lnTo>
                  <a:pt x="19499" y="14859"/>
                </a:lnTo>
                <a:lnTo>
                  <a:pt x="19665" y="14159"/>
                </a:lnTo>
                <a:lnTo>
                  <a:pt x="19794" y="13441"/>
                </a:lnTo>
                <a:lnTo>
                  <a:pt x="19886" y="12723"/>
                </a:lnTo>
                <a:lnTo>
                  <a:pt x="19941" y="11986"/>
                </a:lnTo>
                <a:lnTo>
                  <a:pt x="19959" y="11232"/>
                </a:lnTo>
                <a:lnTo>
                  <a:pt x="19959" y="10808"/>
                </a:lnTo>
                <a:lnTo>
                  <a:pt x="19941" y="10385"/>
                </a:lnTo>
                <a:lnTo>
                  <a:pt x="19904" y="9980"/>
                </a:lnTo>
                <a:lnTo>
                  <a:pt x="19867" y="9556"/>
                </a:lnTo>
                <a:lnTo>
                  <a:pt x="19812" y="9151"/>
                </a:lnTo>
                <a:lnTo>
                  <a:pt x="19738" y="8746"/>
                </a:lnTo>
                <a:lnTo>
                  <a:pt x="19665" y="8341"/>
                </a:lnTo>
                <a:lnTo>
                  <a:pt x="19591" y="7936"/>
                </a:lnTo>
                <a:lnTo>
                  <a:pt x="19481" y="7549"/>
                </a:lnTo>
                <a:lnTo>
                  <a:pt x="19389" y="7163"/>
                </a:lnTo>
                <a:lnTo>
                  <a:pt x="19260" y="6776"/>
                </a:lnTo>
                <a:lnTo>
                  <a:pt x="19131" y="6389"/>
                </a:lnTo>
                <a:lnTo>
                  <a:pt x="19002" y="6021"/>
                </a:lnTo>
                <a:lnTo>
                  <a:pt x="18855" y="5653"/>
                </a:lnTo>
                <a:lnTo>
                  <a:pt x="18523" y="4916"/>
                </a:lnTo>
                <a:lnTo>
                  <a:pt x="18155" y="4217"/>
                </a:lnTo>
                <a:lnTo>
                  <a:pt x="17750" y="3536"/>
                </a:lnTo>
                <a:lnTo>
                  <a:pt x="17326" y="2873"/>
                </a:lnTo>
                <a:lnTo>
                  <a:pt x="16848" y="2247"/>
                </a:lnTo>
                <a:lnTo>
                  <a:pt x="16351" y="1639"/>
                </a:lnTo>
                <a:lnTo>
                  <a:pt x="15817" y="1068"/>
                </a:lnTo>
                <a:lnTo>
                  <a:pt x="15246" y="516"/>
                </a:lnTo>
                <a:lnTo>
                  <a:pt x="14657" y="0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221739" y="0"/>
            <a:ext cx="971624" cy="843005"/>
          </a:xfrm>
          <a:custGeom>
            <a:avLst/>
            <a:gdLst/>
            <a:ahLst/>
            <a:cxnLst/>
            <a:rect l="l" t="t" r="r" b="b"/>
            <a:pathLst>
              <a:path w="10017" h="8691" extrusionOk="0">
                <a:moveTo>
                  <a:pt x="1620" y="0"/>
                </a:moveTo>
                <a:lnTo>
                  <a:pt x="1436" y="185"/>
                </a:lnTo>
                <a:lnTo>
                  <a:pt x="1252" y="369"/>
                </a:lnTo>
                <a:lnTo>
                  <a:pt x="1105" y="553"/>
                </a:lnTo>
                <a:lnTo>
                  <a:pt x="939" y="755"/>
                </a:lnTo>
                <a:lnTo>
                  <a:pt x="792" y="958"/>
                </a:lnTo>
                <a:lnTo>
                  <a:pt x="663" y="1179"/>
                </a:lnTo>
                <a:lnTo>
                  <a:pt x="553" y="1400"/>
                </a:lnTo>
                <a:lnTo>
                  <a:pt x="442" y="1639"/>
                </a:lnTo>
                <a:lnTo>
                  <a:pt x="332" y="1878"/>
                </a:lnTo>
                <a:lnTo>
                  <a:pt x="258" y="2118"/>
                </a:lnTo>
                <a:lnTo>
                  <a:pt x="166" y="2376"/>
                </a:lnTo>
                <a:lnTo>
                  <a:pt x="111" y="2615"/>
                </a:lnTo>
                <a:lnTo>
                  <a:pt x="55" y="2873"/>
                </a:lnTo>
                <a:lnTo>
                  <a:pt x="37" y="3149"/>
                </a:lnTo>
                <a:lnTo>
                  <a:pt x="0" y="3407"/>
                </a:lnTo>
                <a:lnTo>
                  <a:pt x="0" y="3683"/>
                </a:lnTo>
                <a:lnTo>
                  <a:pt x="0" y="3941"/>
                </a:lnTo>
                <a:lnTo>
                  <a:pt x="19" y="4198"/>
                </a:lnTo>
                <a:lnTo>
                  <a:pt x="55" y="4438"/>
                </a:lnTo>
                <a:lnTo>
                  <a:pt x="111" y="4695"/>
                </a:lnTo>
                <a:lnTo>
                  <a:pt x="166" y="4935"/>
                </a:lnTo>
                <a:lnTo>
                  <a:pt x="221" y="5174"/>
                </a:lnTo>
                <a:lnTo>
                  <a:pt x="313" y="5413"/>
                </a:lnTo>
                <a:lnTo>
                  <a:pt x="387" y="5634"/>
                </a:lnTo>
                <a:lnTo>
                  <a:pt x="497" y="5855"/>
                </a:lnTo>
                <a:lnTo>
                  <a:pt x="608" y="6076"/>
                </a:lnTo>
                <a:lnTo>
                  <a:pt x="718" y="6279"/>
                </a:lnTo>
                <a:lnTo>
                  <a:pt x="847" y="6481"/>
                </a:lnTo>
                <a:lnTo>
                  <a:pt x="994" y="6684"/>
                </a:lnTo>
                <a:lnTo>
                  <a:pt x="1142" y="6868"/>
                </a:lnTo>
                <a:lnTo>
                  <a:pt x="1307" y="7052"/>
                </a:lnTo>
                <a:lnTo>
                  <a:pt x="1473" y="7218"/>
                </a:lnTo>
                <a:lnTo>
                  <a:pt x="1639" y="7384"/>
                </a:lnTo>
                <a:lnTo>
                  <a:pt x="1823" y="7549"/>
                </a:lnTo>
                <a:lnTo>
                  <a:pt x="2007" y="7697"/>
                </a:lnTo>
                <a:lnTo>
                  <a:pt x="2210" y="7844"/>
                </a:lnTo>
                <a:lnTo>
                  <a:pt x="2412" y="7973"/>
                </a:lnTo>
                <a:lnTo>
                  <a:pt x="2615" y="8083"/>
                </a:lnTo>
                <a:lnTo>
                  <a:pt x="2836" y="8194"/>
                </a:lnTo>
                <a:lnTo>
                  <a:pt x="3057" y="8304"/>
                </a:lnTo>
                <a:lnTo>
                  <a:pt x="3277" y="8378"/>
                </a:lnTo>
                <a:lnTo>
                  <a:pt x="3517" y="8470"/>
                </a:lnTo>
                <a:lnTo>
                  <a:pt x="3756" y="8525"/>
                </a:lnTo>
                <a:lnTo>
                  <a:pt x="3996" y="8580"/>
                </a:lnTo>
                <a:lnTo>
                  <a:pt x="4253" y="8636"/>
                </a:lnTo>
                <a:lnTo>
                  <a:pt x="4493" y="8672"/>
                </a:lnTo>
                <a:lnTo>
                  <a:pt x="4750" y="8691"/>
                </a:lnTo>
                <a:lnTo>
                  <a:pt x="5266" y="8691"/>
                </a:lnTo>
                <a:lnTo>
                  <a:pt x="5524" y="8672"/>
                </a:lnTo>
                <a:lnTo>
                  <a:pt x="5763" y="8636"/>
                </a:lnTo>
                <a:lnTo>
                  <a:pt x="6021" y="8580"/>
                </a:lnTo>
                <a:lnTo>
                  <a:pt x="6260" y="8525"/>
                </a:lnTo>
                <a:lnTo>
                  <a:pt x="6500" y="8470"/>
                </a:lnTo>
                <a:lnTo>
                  <a:pt x="6739" y="8378"/>
                </a:lnTo>
                <a:lnTo>
                  <a:pt x="6960" y="8304"/>
                </a:lnTo>
                <a:lnTo>
                  <a:pt x="7181" y="8194"/>
                </a:lnTo>
                <a:lnTo>
                  <a:pt x="7402" y="8083"/>
                </a:lnTo>
                <a:lnTo>
                  <a:pt x="7604" y="7973"/>
                </a:lnTo>
                <a:lnTo>
                  <a:pt x="7807" y="7844"/>
                </a:lnTo>
                <a:lnTo>
                  <a:pt x="8009" y="7697"/>
                </a:lnTo>
                <a:lnTo>
                  <a:pt x="8193" y="7549"/>
                </a:lnTo>
                <a:lnTo>
                  <a:pt x="8378" y="7384"/>
                </a:lnTo>
                <a:lnTo>
                  <a:pt x="8543" y="7218"/>
                </a:lnTo>
                <a:lnTo>
                  <a:pt x="8709" y="7052"/>
                </a:lnTo>
                <a:lnTo>
                  <a:pt x="8875" y="6868"/>
                </a:lnTo>
                <a:lnTo>
                  <a:pt x="9022" y="6684"/>
                </a:lnTo>
                <a:lnTo>
                  <a:pt x="9169" y="6481"/>
                </a:lnTo>
                <a:lnTo>
                  <a:pt x="9298" y="6279"/>
                </a:lnTo>
                <a:lnTo>
                  <a:pt x="9409" y="6076"/>
                </a:lnTo>
                <a:lnTo>
                  <a:pt x="9519" y="5855"/>
                </a:lnTo>
                <a:lnTo>
                  <a:pt x="9630" y="5634"/>
                </a:lnTo>
                <a:lnTo>
                  <a:pt x="9703" y="5413"/>
                </a:lnTo>
                <a:lnTo>
                  <a:pt x="9795" y="5174"/>
                </a:lnTo>
                <a:lnTo>
                  <a:pt x="9850" y="4935"/>
                </a:lnTo>
                <a:lnTo>
                  <a:pt x="9906" y="4695"/>
                </a:lnTo>
                <a:lnTo>
                  <a:pt x="9961" y="4438"/>
                </a:lnTo>
                <a:lnTo>
                  <a:pt x="9998" y="4198"/>
                </a:lnTo>
                <a:lnTo>
                  <a:pt x="10016" y="3941"/>
                </a:lnTo>
                <a:lnTo>
                  <a:pt x="10016" y="3683"/>
                </a:lnTo>
                <a:lnTo>
                  <a:pt x="10016" y="3407"/>
                </a:lnTo>
                <a:lnTo>
                  <a:pt x="9979" y="3149"/>
                </a:lnTo>
                <a:lnTo>
                  <a:pt x="9961" y="2873"/>
                </a:lnTo>
                <a:lnTo>
                  <a:pt x="9906" y="2615"/>
                </a:lnTo>
                <a:lnTo>
                  <a:pt x="9850" y="2376"/>
                </a:lnTo>
                <a:lnTo>
                  <a:pt x="9758" y="2118"/>
                </a:lnTo>
                <a:lnTo>
                  <a:pt x="9685" y="1878"/>
                </a:lnTo>
                <a:lnTo>
                  <a:pt x="9574" y="1639"/>
                </a:lnTo>
                <a:lnTo>
                  <a:pt x="9464" y="1400"/>
                </a:lnTo>
                <a:lnTo>
                  <a:pt x="9353" y="1179"/>
                </a:lnTo>
                <a:lnTo>
                  <a:pt x="9224" y="958"/>
                </a:lnTo>
                <a:lnTo>
                  <a:pt x="9077" y="755"/>
                </a:lnTo>
                <a:lnTo>
                  <a:pt x="8911" y="553"/>
                </a:lnTo>
                <a:lnTo>
                  <a:pt x="8764" y="369"/>
                </a:lnTo>
                <a:lnTo>
                  <a:pt x="8580" y="185"/>
                </a:lnTo>
                <a:lnTo>
                  <a:pt x="8396" y="0"/>
                </a:lnTo>
                <a:close/>
              </a:path>
            </a:pathLst>
          </a:custGeom>
          <a:solidFill>
            <a:srgbClr val="1D5885">
              <a:alpha val="13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1B148"/>
              </a:solidFill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680587" y="3914645"/>
            <a:ext cx="1491337" cy="1228764"/>
          </a:xfrm>
          <a:custGeom>
            <a:avLst/>
            <a:gdLst/>
            <a:ahLst/>
            <a:cxnLst/>
            <a:rect l="l" t="t" r="r" b="b"/>
            <a:pathLst>
              <a:path w="15375" h="12668" extrusionOk="0">
                <a:moveTo>
                  <a:pt x="6500" y="1"/>
                </a:moveTo>
                <a:lnTo>
                  <a:pt x="6187" y="167"/>
                </a:lnTo>
                <a:lnTo>
                  <a:pt x="5837" y="406"/>
                </a:lnTo>
                <a:lnTo>
                  <a:pt x="5377" y="719"/>
                </a:lnTo>
                <a:lnTo>
                  <a:pt x="4843" y="1105"/>
                </a:lnTo>
                <a:lnTo>
                  <a:pt x="4254" y="1603"/>
                </a:lnTo>
                <a:lnTo>
                  <a:pt x="3941" y="1879"/>
                </a:lnTo>
                <a:lnTo>
                  <a:pt x="3609" y="2173"/>
                </a:lnTo>
                <a:lnTo>
                  <a:pt x="3296" y="2486"/>
                </a:lnTo>
                <a:lnTo>
                  <a:pt x="2965" y="2818"/>
                </a:lnTo>
                <a:lnTo>
                  <a:pt x="2652" y="3186"/>
                </a:lnTo>
                <a:lnTo>
                  <a:pt x="2339" y="3573"/>
                </a:lnTo>
                <a:lnTo>
                  <a:pt x="2026" y="3978"/>
                </a:lnTo>
                <a:lnTo>
                  <a:pt x="1731" y="4401"/>
                </a:lnTo>
                <a:lnTo>
                  <a:pt x="1455" y="4843"/>
                </a:lnTo>
                <a:lnTo>
                  <a:pt x="1179" y="5303"/>
                </a:lnTo>
                <a:lnTo>
                  <a:pt x="939" y="5782"/>
                </a:lnTo>
                <a:lnTo>
                  <a:pt x="718" y="6298"/>
                </a:lnTo>
                <a:lnTo>
                  <a:pt x="516" y="6813"/>
                </a:lnTo>
                <a:lnTo>
                  <a:pt x="350" y="7365"/>
                </a:lnTo>
                <a:lnTo>
                  <a:pt x="203" y="7936"/>
                </a:lnTo>
                <a:lnTo>
                  <a:pt x="92" y="8525"/>
                </a:lnTo>
                <a:lnTo>
                  <a:pt x="19" y="9133"/>
                </a:lnTo>
                <a:lnTo>
                  <a:pt x="0" y="9759"/>
                </a:lnTo>
                <a:lnTo>
                  <a:pt x="0" y="10403"/>
                </a:lnTo>
                <a:lnTo>
                  <a:pt x="19" y="10735"/>
                </a:lnTo>
                <a:lnTo>
                  <a:pt x="56" y="11066"/>
                </a:lnTo>
                <a:lnTo>
                  <a:pt x="111" y="11471"/>
                </a:lnTo>
                <a:lnTo>
                  <a:pt x="185" y="11858"/>
                </a:lnTo>
                <a:lnTo>
                  <a:pt x="258" y="12263"/>
                </a:lnTo>
                <a:lnTo>
                  <a:pt x="369" y="12668"/>
                </a:lnTo>
                <a:lnTo>
                  <a:pt x="15209" y="12668"/>
                </a:lnTo>
                <a:lnTo>
                  <a:pt x="15264" y="12245"/>
                </a:lnTo>
                <a:lnTo>
                  <a:pt x="15319" y="11821"/>
                </a:lnTo>
                <a:lnTo>
                  <a:pt x="15337" y="11398"/>
                </a:lnTo>
                <a:lnTo>
                  <a:pt x="15356" y="10974"/>
                </a:lnTo>
                <a:lnTo>
                  <a:pt x="15374" y="10551"/>
                </a:lnTo>
                <a:lnTo>
                  <a:pt x="15356" y="10127"/>
                </a:lnTo>
                <a:lnTo>
                  <a:pt x="15337" y="9722"/>
                </a:lnTo>
                <a:lnTo>
                  <a:pt x="15301" y="9317"/>
                </a:lnTo>
                <a:lnTo>
                  <a:pt x="15245" y="8986"/>
                </a:lnTo>
                <a:lnTo>
                  <a:pt x="15209" y="8654"/>
                </a:lnTo>
                <a:lnTo>
                  <a:pt x="15061" y="8028"/>
                </a:lnTo>
                <a:lnTo>
                  <a:pt x="14896" y="7421"/>
                </a:lnTo>
                <a:lnTo>
                  <a:pt x="14675" y="6850"/>
                </a:lnTo>
                <a:lnTo>
                  <a:pt x="14435" y="6298"/>
                </a:lnTo>
                <a:lnTo>
                  <a:pt x="14177" y="5782"/>
                </a:lnTo>
                <a:lnTo>
                  <a:pt x="13883" y="5285"/>
                </a:lnTo>
                <a:lnTo>
                  <a:pt x="13570" y="4825"/>
                </a:lnTo>
                <a:lnTo>
                  <a:pt x="13238" y="4383"/>
                </a:lnTo>
                <a:lnTo>
                  <a:pt x="12889" y="3959"/>
                </a:lnTo>
                <a:lnTo>
                  <a:pt x="12520" y="3573"/>
                </a:lnTo>
                <a:lnTo>
                  <a:pt x="12152" y="3204"/>
                </a:lnTo>
                <a:lnTo>
                  <a:pt x="11766" y="2855"/>
                </a:lnTo>
                <a:lnTo>
                  <a:pt x="11379" y="2523"/>
                </a:lnTo>
                <a:lnTo>
                  <a:pt x="10992" y="2229"/>
                </a:lnTo>
                <a:lnTo>
                  <a:pt x="10587" y="1952"/>
                </a:lnTo>
                <a:lnTo>
                  <a:pt x="10201" y="1695"/>
                </a:lnTo>
                <a:lnTo>
                  <a:pt x="9814" y="1455"/>
                </a:lnTo>
                <a:lnTo>
                  <a:pt x="9427" y="1234"/>
                </a:lnTo>
                <a:lnTo>
                  <a:pt x="9059" y="1050"/>
                </a:lnTo>
                <a:lnTo>
                  <a:pt x="8378" y="700"/>
                </a:lnTo>
                <a:lnTo>
                  <a:pt x="7770" y="443"/>
                </a:lnTo>
                <a:lnTo>
                  <a:pt x="7236" y="240"/>
                </a:lnTo>
                <a:lnTo>
                  <a:pt x="6850" y="93"/>
                </a:lnTo>
                <a:lnTo>
                  <a:pt x="65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5349175" y="1964350"/>
            <a:ext cx="310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5349175" y="3221054"/>
            <a:ext cx="310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CD91B-F690-660E-3941-E9002216C4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6293" y="0"/>
            <a:ext cx="1137707" cy="860611"/>
          </a:xfrm>
          <a:prstGeom prst="rect">
            <a:avLst/>
          </a:prstGeom>
          <a:solidFill>
            <a:srgbClr val="FFF8EE"/>
          </a:solidFill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93" cy="5143522"/>
          </a:xfrm>
          <a:custGeom>
            <a:avLst/>
            <a:gdLst/>
            <a:ahLst/>
            <a:cxnLst/>
            <a:rect l="l" t="t" r="r" b="b"/>
            <a:pathLst>
              <a:path w="94269" h="53026" extrusionOk="0">
                <a:moveTo>
                  <a:pt x="40138" y="14729"/>
                </a:moveTo>
                <a:lnTo>
                  <a:pt x="40211" y="15411"/>
                </a:lnTo>
                <a:lnTo>
                  <a:pt x="40303" y="16239"/>
                </a:lnTo>
                <a:lnTo>
                  <a:pt x="40395" y="17325"/>
                </a:lnTo>
                <a:lnTo>
                  <a:pt x="40469" y="18633"/>
                </a:lnTo>
                <a:lnTo>
                  <a:pt x="40543" y="20161"/>
                </a:lnTo>
                <a:lnTo>
                  <a:pt x="40561" y="20989"/>
                </a:lnTo>
                <a:lnTo>
                  <a:pt x="40579" y="21855"/>
                </a:lnTo>
                <a:lnTo>
                  <a:pt x="40561" y="22738"/>
                </a:lnTo>
                <a:lnTo>
                  <a:pt x="40561" y="23659"/>
                </a:lnTo>
                <a:lnTo>
                  <a:pt x="40524" y="24616"/>
                </a:lnTo>
                <a:lnTo>
                  <a:pt x="40469" y="25574"/>
                </a:lnTo>
                <a:lnTo>
                  <a:pt x="40395" y="26568"/>
                </a:lnTo>
                <a:lnTo>
                  <a:pt x="40303" y="27562"/>
                </a:lnTo>
                <a:lnTo>
                  <a:pt x="40193" y="28556"/>
                </a:lnTo>
                <a:lnTo>
                  <a:pt x="40064" y="29569"/>
                </a:lnTo>
                <a:lnTo>
                  <a:pt x="39880" y="30563"/>
                </a:lnTo>
                <a:lnTo>
                  <a:pt x="39696" y="31558"/>
                </a:lnTo>
                <a:lnTo>
                  <a:pt x="39475" y="32552"/>
                </a:lnTo>
                <a:lnTo>
                  <a:pt x="39217" y="33528"/>
                </a:lnTo>
                <a:lnTo>
                  <a:pt x="38922" y="34485"/>
                </a:lnTo>
                <a:lnTo>
                  <a:pt x="38591" y="35424"/>
                </a:lnTo>
                <a:lnTo>
                  <a:pt x="38407" y="35884"/>
                </a:lnTo>
                <a:lnTo>
                  <a:pt x="38223" y="36326"/>
                </a:lnTo>
                <a:lnTo>
                  <a:pt x="38039" y="36768"/>
                </a:lnTo>
                <a:lnTo>
                  <a:pt x="37818" y="37210"/>
                </a:lnTo>
                <a:lnTo>
                  <a:pt x="37597" y="37633"/>
                </a:lnTo>
                <a:lnTo>
                  <a:pt x="37376" y="38038"/>
                </a:lnTo>
                <a:lnTo>
                  <a:pt x="37136" y="38444"/>
                </a:lnTo>
                <a:lnTo>
                  <a:pt x="36897" y="38849"/>
                </a:lnTo>
                <a:lnTo>
                  <a:pt x="36621" y="39235"/>
                </a:lnTo>
                <a:lnTo>
                  <a:pt x="36363" y="39585"/>
                </a:lnTo>
                <a:lnTo>
                  <a:pt x="36087" y="39953"/>
                </a:lnTo>
                <a:lnTo>
                  <a:pt x="35811" y="40285"/>
                </a:lnTo>
                <a:lnTo>
                  <a:pt x="35516" y="40598"/>
                </a:lnTo>
                <a:lnTo>
                  <a:pt x="35222" y="40911"/>
                </a:lnTo>
                <a:lnTo>
                  <a:pt x="34927" y="41205"/>
                </a:lnTo>
                <a:lnTo>
                  <a:pt x="34614" y="41500"/>
                </a:lnTo>
                <a:lnTo>
                  <a:pt x="34301" y="41758"/>
                </a:lnTo>
                <a:lnTo>
                  <a:pt x="33988" y="42015"/>
                </a:lnTo>
                <a:lnTo>
                  <a:pt x="33675" y="42255"/>
                </a:lnTo>
                <a:lnTo>
                  <a:pt x="33344" y="42494"/>
                </a:lnTo>
                <a:lnTo>
                  <a:pt x="33012" y="42715"/>
                </a:lnTo>
                <a:lnTo>
                  <a:pt x="32681" y="42918"/>
                </a:lnTo>
                <a:lnTo>
                  <a:pt x="32349" y="43102"/>
                </a:lnTo>
                <a:lnTo>
                  <a:pt x="32018" y="43286"/>
                </a:lnTo>
                <a:lnTo>
                  <a:pt x="31337" y="43636"/>
                </a:lnTo>
                <a:lnTo>
                  <a:pt x="30656" y="43930"/>
                </a:lnTo>
                <a:lnTo>
                  <a:pt x="29956" y="44188"/>
                </a:lnTo>
                <a:lnTo>
                  <a:pt x="29275" y="44409"/>
                </a:lnTo>
                <a:lnTo>
                  <a:pt x="28593" y="44593"/>
                </a:lnTo>
                <a:lnTo>
                  <a:pt x="27912" y="44740"/>
                </a:lnTo>
                <a:lnTo>
                  <a:pt x="27249" y="44869"/>
                </a:lnTo>
                <a:lnTo>
                  <a:pt x="26605" y="44961"/>
                </a:lnTo>
                <a:lnTo>
                  <a:pt x="25961" y="45035"/>
                </a:lnTo>
                <a:lnTo>
                  <a:pt x="25335" y="45090"/>
                </a:lnTo>
                <a:lnTo>
                  <a:pt x="24745" y="45127"/>
                </a:lnTo>
                <a:lnTo>
                  <a:pt x="24175" y="45145"/>
                </a:lnTo>
                <a:lnTo>
                  <a:pt x="23622" y="45145"/>
                </a:lnTo>
                <a:lnTo>
                  <a:pt x="23125" y="45127"/>
                </a:lnTo>
                <a:lnTo>
                  <a:pt x="22205" y="45072"/>
                </a:lnTo>
                <a:lnTo>
                  <a:pt x="21450" y="44998"/>
                </a:lnTo>
                <a:lnTo>
                  <a:pt x="20879" y="44924"/>
                </a:lnTo>
                <a:lnTo>
                  <a:pt x="20400" y="44851"/>
                </a:lnTo>
                <a:lnTo>
                  <a:pt x="20124" y="44427"/>
                </a:lnTo>
                <a:lnTo>
                  <a:pt x="19829" y="43949"/>
                </a:lnTo>
                <a:lnTo>
                  <a:pt x="19461" y="43286"/>
                </a:lnTo>
                <a:lnTo>
                  <a:pt x="19038" y="42457"/>
                </a:lnTo>
                <a:lnTo>
                  <a:pt x="18835" y="41997"/>
                </a:lnTo>
                <a:lnTo>
                  <a:pt x="18614" y="41500"/>
                </a:lnTo>
                <a:lnTo>
                  <a:pt x="18393" y="40966"/>
                </a:lnTo>
                <a:lnTo>
                  <a:pt x="18191" y="40414"/>
                </a:lnTo>
                <a:lnTo>
                  <a:pt x="17988" y="39824"/>
                </a:lnTo>
                <a:lnTo>
                  <a:pt x="17804" y="39198"/>
                </a:lnTo>
                <a:lnTo>
                  <a:pt x="17638" y="38572"/>
                </a:lnTo>
                <a:lnTo>
                  <a:pt x="17491" y="37910"/>
                </a:lnTo>
                <a:lnTo>
                  <a:pt x="17362" y="37228"/>
                </a:lnTo>
                <a:lnTo>
                  <a:pt x="17252" y="36529"/>
                </a:lnTo>
                <a:lnTo>
                  <a:pt x="17178" y="35811"/>
                </a:lnTo>
                <a:lnTo>
                  <a:pt x="17141" y="35074"/>
                </a:lnTo>
                <a:lnTo>
                  <a:pt x="17141" y="34338"/>
                </a:lnTo>
                <a:lnTo>
                  <a:pt x="17178" y="33564"/>
                </a:lnTo>
                <a:lnTo>
                  <a:pt x="17215" y="33196"/>
                </a:lnTo>
                <a:lnTo>
                  <a:pt x="17252" y="32810"/>
                </a:lnTo>
                <a:lnTo>
                  <a:pt x="17307" y="32423"/>
                </a:lnTo>
                <a:lnTo>
                  <a:pt x="17381" y="32036"/>
                </a:lnTo>
                <a:lnTo>
                  <a:pt x="17473" y="31650"/>
                </a:lnTo>
                <a:lnTo>
                  <a:pt x="17565" y="31245"/>
                </a:lnTo>
                <a:lnTo>
                  <a:pt x="17675" y="30858"/>
                </a:lnTo>
                <a:lnTo>
                  <a:pt x="17786" y="30471"/>
                </a:lnTo>
                <a:lnTo>
                  <a:pt x="17933" y="30066"/>
                </a:lnTo>
                <a:lnTo>
                  <a:pt x="18080" y="29680"/>
                </a:lnTo>
                <a:lnTo>
                  <a:pt x="18246" y="29293"/>
                </a:lnTo>
                <a:lnTo>
                  <a:pt x="18430" y="28888"/>
                </a:lnTo>
                <a:lnTo>
                  <a:pt x="18614" y="28501"/>
                </a:lnTo>
                <a:lnTo>
                  <a:pt x="18835" y="28115"/>
                </a:lnTo>
                <a:lnTo>
                  <a:pt x="19056" y="27710"/>
                </a:lnTo>
                <a:lnTo>
                  <a:pt x="19314" y="27323"/>
                </a:lnTo>
                <a:lnTo>
                  <a:pt x="19572" y="26936"/>
                </a:lnTo>
                <a:lnTo>
                  <a:pt x="19848" y="26550"/>
                </a:lnTo>
                <a:lnTo>
                  <a:pt x="20142" y="26181"/>
                </a:lnTo>
                <a:lnTo>
                  <a:pt x="20437" y="25813"/>
                </a:lnTo>
                <a:lnTo>
                  <a:pt x="20750" y="25445"/>
                </a:lnTo>
                <a:lnTo>
                  <a:pt x="21081" y="25095"/>
                </a:lnTo>
                <a:lnTo>
                  <a:pt x="21413" y="24745"/>
                </a:lnTo>
                <a:lnTo>
                  <a:pt x="21763" y="24395"/>
                </a:lnTo>
                <a:lnTo>
                  <a:pt x="22499" y="23714"/>
                </a:lnTo>
                <a:lnTo>
                  <a:pt x="23254" y="23070"/>
                </a:lnTo>
                <a:lnTo>
                  <a:pt x="24046" y="22444"/>
                </a:lnTo>
                <a:lnTo>
                  <a:pt x="24856" y="21855"/>
                </a:lnTo>
                <a:lnTo>
                  <a:pt x="25703" y="21265"/>
                </a:lnTo>
                <a:lnTo>
                  <a:pt x="26550" y="20713"/>
                </a:lnTo>
                <a:lnTo>
                  <a:pt x="27415" y="20179"/>
                </a:lnTo>
                <a:lnTo>
                  <a:pt x="28299" y="19682"/>
                </a:lnTo>
                <a:lnTo>
                  <a:pt x="29164" y="19203"/>
                </a:lnTo>
                <a:lnTo>
                  <a:pt x="30048" y="18743"/>
                </a:lnTo>
                <a:lnTo>
                  <a:pt x="30913" y="18320"/>
                </a:lnTo>
                <a:lnTo>
                  <a:pt x="31760" y="17896"/>
                </a:lnTo>
                <a:lnTo>
                  <a:pt x="32607" y="17528"/>
                </a:lnTo>
                <a:lnTo>
                  <a:pt x="33417" y="17160"/>
                </a:lnTo>
                <a:lnTo>
                  <a:pt x="34209" y="16828"/>
                </a:lnTo>
                <a:lnTo>
                  <a:pt x="34982" y="16515"/>
                </a:lnTo>
                <a:lnTo>
                  <a:pt x="36400" y="15963"/>
                </a:lnTo>
                <a:lnTo>
                  <a:pt x="37652" y="15521"/>
                </a:lnTo>
                <a:lnTo>
                  <a:pt x="38683" y="15171"/>
                </a:lnTo>
                <a:lnTo>
                  <a:pt x="39456" y="14913"/>
                </a:lnTo>
                <a:lnTo>
                  <a:pt x="40138" y="14729"/>
                </a:lnTo>
                <a:close/>
                <a:moveTo>
                  <a:pt x="0" y="0"/>
                </a:moveTo>
                <a:lnTo>
                  <a:pt x="0" y="53026"/>
                </a:lnTo>
                <a:lnTo>
                  <a:pt x="94268" y="53026"/>
                </a:lnTo>
                <a:lnTo>
                  <a:pt x="94268" y="0"/>
                </a:lnTo>
                <a:close/>
              </a:path>
            </a:pathLst>
          </a:custGeom>
          <a:solidFill>
            <a:srgbClr val="FFF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28548" y="1071451"/>
            <a:ext cx="1164582" cy="1832524"/>
          </a:xfrm>
          <a:custGeom>
            <a:avLst/>
            <a:gdLst/>
            <a:ahLst/>
            <a:cxnLst/>
            <a:rect l="l" t="t" r="r" b="b"/>
            <a:pathLst>
              <a:path w="12006" h="18892" extrusionOk="0">
                <a:moveTo>
                  <a:pt x="2063" y="1"/>
                </a:moveTo>
                <a:lnTo>
                  <a:pt x="1934" y="369"/>
                </a:lnTo>
                <a:lnTo>
                  <a:pt x="1768" y="793"/>
                </a:lnTo>
                <a:lnTo>
                  <a:pt x="1584" y="1363"/>
                </a:lnTo>
                <a:lnTo>
                  <a:pt x="1345" y="2063"/>
                </a:lnTo>
                <a:lnTo>
                  <a:pt x="1106" y="2873"/>
                </a:lnTo>
                <a:lnTo>
                  <a:pt x="866" y="3794"/>
                </a:lnTo>
                <a:lnTo>
                  <a:pt x="627" y="4770"/>
                </a:lnTo>
                <a:lnTo>
                  <a:pt x="406" y="5819"/>
                </a:lnTo>
                <a:lnTo>
                  <a:pt x="314" y="6353"/>
                </a:lnTo>
                <a:lnTo>
                  <a:pt x="222" y="6905"/>
                </a:lnTo>
                <a:lnTo>
                  <a:pt x="148" y="7458"/>
                </a:lnTo>
                <a:lnTo>
                  <a:pt x="93" y="8028"/>
                </a:lnTo>
                <a:lnTo>
                  <a:pt x="38" y="8599"/>
                </a:lnTo>
                <a:lnTo>
                  <a:pt x="19" y="9152"/>
                </a:lnTo>
                <a:lnTo>
                  <a:pt x="1" y="9722"/>
                </a:lnTo>
                <a:lnTo>
                  <a:pt x="1" y="10275"/>
                </a:lnTo>
                <a:lnTo>
                  <a:pt x="38" y="10845"/>
                </a:lnTo>
                <a:lnTo>
                  <a:pt x="93" y="11379"/>
                </a:lnTo>
                <a:lnTo>
                  <a:pt x="167" y="11932"/>
                </a:lnTo>
                <a:lnTo>
                  <a:pt x="259" y="12447"/>
                </a:lnTo>
                <a:lnTo>
                  <a:pt x="388" y="12963"/>
                </a:lnTo>
                <a:lnTo>
                  <a:pt x="535" y="13478"/>
                </a:lnTo>
                <a:lnTo>
                  <a:pt x="682" y="13865"/>
                </a:lnTo>
                <a:lnTo>
                  <a:pt x="848" y="14233"/>
                </a:lnTo>
                <a:lnTo>
                  <a:pt x="1032" y="14583"/>
                </a:lnTo>
                <a:lnTo>
                  <a:pt x="1216" y="14914"/>
                </a:lnTo>
                <a:lnTo>
                  <a:pt x="1419" y="15227"/>
                </a:lnTo>
                <a:lnTo>
                  <a:pt x="1640" y="15522"/>
                </a:lnTo>
                <a:lnTo>
                  <a:pt x="1860" y="15798"/>
                </a:lnTo>
                <a:lnTo>
                  <a:pt x="2100" y="16074"/>
                </a:lnTo>
                <a:lnTo>
                  <a:pt x="2339" y="16314"/>
                </a:lnTo>
                <a:lnTo>
                  <a:pt x="2597" y="16553"/>
                </a:lnTo>
                <a:lnTo>
                  <a:pt x="2855" y="16774"/>
                </a:lnTo>
                <a:lnTo>
                  <a:pt x="3112" y="16995"/>
                </a:lnTo>
                <a:lnTo>
                  <a:pt x="3389" y="17179"/>
                </a:lnTo>
                <a:lnTo>
                  <a:pt x="3665" y="17363"/>
                </a:lnTo>
                <a:lnTo>
                  <a:pt x="3941" y="17529"/>
                </a:lnTo>
                <a:lnTo>
                  <a:pt x="4217" y="17695"/>
                </a:lnTo>
                <a:lnTo>
                  <a:pt x="4770" y="17971"/>
                </a:lnTo>
                <a:lnTo>
                  <a:pt x="5322" y="18192"/>
                </a:lnTo>
                <a:lnTo>
                  <a:pt x="5856" y="18394"/>
                </a:lnTo>
                <a:lnTo>
                  <a:pt x="6371" y="18542"/>
                </a:lnTo>
                <a:lnTo>
                  <a:pt x="6850" y="18670"/>
                </a:lnTo>
                <a:lnTo>
                  <a:pt x="7292" y="18781"/>
                </a:lnTo>
                <a:lnTo>
                  <a:pt x="7679" y="18836"/>
                </a:lnTo>
                <a:lnTo>
                  <a:pt x="8010" y="18891"/>
                </a:lnTo>
                <a:lnTo>
                  <a:pt x="4015" y="5727"/>
                </a:lnTo>
                <a:lnTo>
                  <a:pt x="9041" y="18560"/>
                </a:lnTo>
                <a:lnTo>
                  <a:pt x="9262" y="18321"/>
                </a:lnTo>
                <a:lnTo>
                  <a:pt x="9538" y="18026"/>
                </a:lnTo>
                <a:lnTo>
                  <a:pt x="9814" y="17695"/>
                </a:lnTo>
                <a:lnTo>
                  <a:pt x="10109" y="17290"/>
                </a:lnTo>
                <a:lnTo>
                  <a:pt x="10422" y="16866"/>
                </a:lnTo>
                <a:lnTo>
                  <a:pt x="10735" y="16369"/>
                </a:lnTo>
                <a:lnTo>
                  <a:pt x="11029" y="15853"/>
                </a:lnTo>
                <a:lnTo>
                  <a:pt x="11287" y="15283"/>
                </a:lnTo>
                <a:lnTo>
                  <a:pt x="11416" y="14988"/>
                </a:lnTo>
                <a:lnTo>
                  <a:pt x="11527" y="14693"/>
                </a:lnTo>
                <a:lnTo>
                  <a:pt x="11637" y="14362"/>
                </a:lnTo>
                <a:lnTo>
                  <a:pt x="11729" y="14049"/>
                </a:lnTo>
                <a:lnTo>
                  <a:pt x="11821" y="13718"/>
                </a:lnTo>
                <a:lnTo>
                  <a:pt x="11895" y="13386"/>
                </a:lnTo>
                <a:lnTo>
                  <a:pt x="11950" y="13036"/>
                </a:lnTo>
                <a:lnTo>
                  <a:pt x="11987" y="12687"/>
                </a:lnTo>
                <a:lnTo>
                  <a:pt x="12005" y="12318"/>
                </a:lnTo>
                <a:lnTo>
                  <a:pt x="12005" y="11950"/>
                </a:lnTo>
                <a:lnTo>
                  <a:pt x="12005" y="11582"/>
                </a:lnTo>
                <a:lnTo>
                  <a:pt x="11968" y="11214"/>
                </a:lnTo>
                <a:lnTo>
                  <a:pt x="11913" y="10827"/>
                </a:lnTo>
                <a:lnTo>
                  <a:pt x="11821" y="10440"/>
                </a:lnTo>
                <a:lnTo>
                  <a:pt x="11729" y="10035"/>
                </a:lnTo>
                <a:lnTo>
                  <a:pt x="11600" y="9649"/>
                </a:lnTo>
                <a:lnTo>
                  <a:pt x="11416" y="9152"/>
                </a:lnTo>
                <a:lnTo>
                  <a:pt x="11195" y="8673"/>
                </a:lnTo>
                <a:lnTo>
                  <a:pt x="10956" y="8194"/>
                </a:lnTo>
                <a:lnTo>
                  <a:pt x="10680" y="7715"/>
                </a:lnTo>
                <a:lnTo>
                  <a:pt x="10367" y="7255"/>
                </a:lnTo>
                <a:lnTo>
                  <a:pt x="10054" y="6813"/>
                </a:lnTo>
                <a:lnTo>
                  <a:pt x="9704" y="6353"/>
                </a:lnTo>
                <a:lnTo>
                  <a:pt x="9354" y="5930"/>
                </a:lnTo>
                <a:lnTo>
                  <a:pt x="8967" y="5506"/>
                </a:lnTo>
                <a:lnTo>
                  <a:pt x="8581" y="5083"/>
                </a:lnTo>
                <a:lnTo>
                  <a:pt x="8194" y="4678"/>
                </a:lnTo>
                <a:lnTo>
                  <a:pt x="7789" y="4291"/>
                </a:lnTo>
                <a:lnTo>
                  <a:pt x="7384" y="3904"/>
                </a:lnTo>
                <a:lnTo>
                  <a:pt x="6979" y="3536"/>
                </a:lnTo>
                <a:lnTo>
                  <a:pt x="6150" y="2855"/>
                </a:lnTo>
                <a:lnTo>
                  <a:pt x="5359" y="2229"/>
                </a:lnTo>
                <a:lnTo>
                  <a:pt x="4604" y="1676"/>
                </a:lnTo>
                <a:lnTo>
                  <a:pt x="3923" y="1179"/>
                </a:lnTo>
                <a:lnTo>
                  <a:pt x="3297" y="774"/>
                </a:lnTo>
                <a:lnTo>
                  <a:pt x="2799" y="443"/>
                </a:lnTo>
                <a:lnTo>
                  <a:pt x="2413" y="204"/>
                </a:lnTo>
                <a:lnTo>
                  <a:pt x="206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1192991" y="0"/>
            <a:ext cx="2343229" cy="1357321"/>
          </a:xfrm>
          <a:custGeom>
            <a:avLst/>
            <a:gdLst/>
            <a:ahLst/>
            <a:cxnLst/>
            <a:rect l="l" t="t" r="r" b="b"/>
            <a:pathLst>
              <a:path w="24157" h="13993" extrusionOk="0">
                <a:moveTo>
                  <a:pt x="147" y="0"/>
                </a:moveTo>
                <a:lnTo>
                  <a:pt x="92" y="479"/>
                </a:lnTo>
                <a:lnTo>
                  <a:pt x="37" y="939"/>
                </a:lnTo>
                <a:lnTo>
                  <a:pt x="18" y="1436"/>
                </a:lnTo>
                <a:lnTo>
                  <a:pt x="0" y="1915"/>
                </a:lnTo>
                <a:lnTo>
                  <a:pt x="18" y="2541"/>
                </a:lnTo>
                <a:lnTo>
                  <a:pt x="55" y="3148"/>
                </a:lnTo>
                <a:lnTo>
                  <a:pt x="147" y="3756"/>
                </a:lnTo>
                <a:lnTo>
                  <a:pt x="239" y="4345"/>
                </a:lnTo>
                <a:lnTo>
                  <a:pt x="387" y="4934"/>
                </a:lnTo>
                <a:lnTo>
                  <a:pt x="534" y="5505"/>
                </a:lnTo>
                <a:lnTo>
                  <a:pt x="737" y="6076"/>
                </a:lnTo>
                <a:lnTo>
                  <a:pt x="957" y="6610"/>
                </a:lnTo>
                <a:lnTo>
                  <a:pt x="1197" y="7144"/>
                </a:lnTo>
                <a:lnTo>
                  <a:pt x="1455" y="7678"/>
                </a:lnTo>
                <a:lnTo>
                  <a:pt x="1749" y="8175"/>
                </a:lnTo>
                <a:lnTo>
                  <a:pt x="2062" y="8672"/>
                </a:lnTo>
                <a:lnTo>
                  <a:pt x="2394" y="9132"/>
                </a:lnTo>
                <a:lnTo>
                  <a:pt x="2762" y="9592"/>
                </a:lnTo>
                <a:lnTo>
                  <a:pt x="3130" y="10034"/>
                </a:lnTo>
                <a:lnTo>
                  <a:pt x="3535" y="10458"/>
                </a:lnTo>
                <a:lnTo>
                  <a:pt x="3959" y="10863"/>
                </a:lnTo>
                <a:lnTo>
                  <a:pt x="4400" y="11231"/>
                </a:lnTo>
                <a:lnTo>
                  <a:pt x="4861" y="11599"/>
                </a:lnTo>
                <a:lnTo>
                  <a:pt x="5321" y="11931"/>
                </a:lnTo>
                <a:lnTo>
                  <a:pt x="5818" y="12244"/>
                </a:lnTo>
                <a:lnTo>
                  <a:pt x="6315" y="12538"/>
                </a:lnTo>
                <a:lnTo>
                  <a:pt x="6849" y="12796"/>
                </a:lnTo>
                <a:lnTo>
                  <a:pt x="7383" y="13035"/>
                </a:lnTo>
                <a:lnTo>
                  <a:pt x="7917" y="13256"/>
                </a:lnTo>
                <a:lnTo>
                  <a:pt x="8488" y="13459"/>
                </a:lnTo>
                <a:lnTo>
                  <a:pt x="9059" y="13606"/>
                </a:lnTo>
                <a:lnTo>
                  <a:pt x="9648" y="13754"/>
                </a:lnTo>
                <a:lnTo>
                  <a:pt x="10237" y="13846"/>
                </a:lnTo>
                <a:lnTo>
                  <a:pt x="10845" y="13938"/>
                </a:lnTo>
                <a:lnTo>
                  <a:pt x="11452" y="13974"/>
                </a:lnTo>
                <a:lnTo>
                  <a:pt x="12078" y="13993"/>
                </a:lnTo>
                <a:lnTo>
                  <a:pt x="12704" y="13974"/>
                </a:lnTo>
                <a:lnTo>
                  <a:pt x="13312" y="13938"/>
                </a:lnTo>
                <a:lnTo>
                  <a:pt x="13919" y="13846"/>
                </a:lnTo>
                <a:lnTo>
                  <a:pt x="14508" y="13754"/>
                </a:lnTo>
                <a:lnTo>
                  <a:pt x="15098" y="13606"/>
                </a:lnTo>
                <a:lnTo>
                  <a:pt x="15668" y="13459"/>
                </a:lnTo>
                <a:lnTo>
                  <a:pt x="16239" y="13256"/>
                </a:lnTo>
                <a:lnTo>
                  <a:pt x="16773" y="13035"/>
                </a:lnTo>
                <a:lnTo>
                  <a:pt x="17307" y="12796"/>
                </a:lnTo>
                <a:lnTo>
                  <a:pt x="17841" y="12538"/>
                </a:lnTo>
                <a:lnTo>
                  <a:pt x="18338" y="12244"/>
                </a:lnTo>
                <a:lnTo>
                  <a:pt x="18835" y="11931"/>
                </a:lnTo>
                <a:lnTo>
                  <a:pt x="19296" y="11599"/>
                </a:lnTo>
                <a:lnTo>
                  <a:pt x="19756" y="11231"/>
                </a:lnTo>
                <a:lnTo>
                  <a:pt x="20198" y="10863"/>
                </a:lnTo>
                <a:lnTo>
                  <a:pt x="20621" y="10458"/>
                </a:lnTo>
                <a:lnTo>
                  <a:pt x="21026" y="10034"/>
                </a:lnTo>
                <a:lnTo>
                  <a:pt x="21394" y="9592"/>
                </a:lnTo>
                <a:lnTo>
                  <a:pt x="21763" y="9132"/>
                </a:lnTo>
                <a:lnTo>
                  <a:pt x="22094" y="8672"/>
                </a:lnTo>
                <a:lnTo>
                  <a:pt x="22407" y="8175"/>
                </a:lnTo>
                <a:lnTo>
                  <a:pt x="22702" y="7678"/>
                </a:lnTo>
                <a:lnTo>
                  <a:pt x="22959" y="7144"/>
                </a:lnTo>
                <a:lnTo>
                  <a:pt x="23199" y="6610"/>
                </a:lnTo>
                <a:lnTo>
                  <a:pt x="23420" y="6076"/>
                </a:lnTo>
                <a:lnTo>
                  <a:pt x="23622" y="5505"/>
                </a:lnTo>
                <a:lnTo>
                  <a:pt x="23770" y="4934"/>
                </a:lnTo>
                <a:lnTo>
                  <a:pt x="23917" y="4345"/>
                </a:lnTo>
                <a:lnTo>
                  <a:pt x="24009" y="3756"/>
                </a:lnTo>
                <a:lnTo>
                  <a:pt x="24101" y="3148"/>
                </a:lnTo>
                <a:lnTo>
                  <a:pt x="24138" y="2541"/>
                </a:lnTo>
                <a:lnTo>
                  <a:pt x="24156" y="1915"/>
                </a:lnTo>
                <a:lnTo>
                  <a:pt x="24138" y="1436"/>
                </a:lnTo>
                <a:lnTo>
                  <a:pt x="24119" y="939"/>
                </a:lnTo>
                <a:lnTo>
                  <a:pt x="24064" y="479"/>
                </a:lnTo>
                <a:lnTo>
                  <a:pt x="2400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0" y="3350346"/>
            <a:ext cx="1257314" cy="1793142"/>
          </a:xfrm>
          <a:custGeom>
            <a:avLst/>
            <a:gdLst/>
            <a:ahLst/>
            <a:cxnLst/>
            <a:rect l="l" t="t" r="r" b="b"/>
            <a:pathLst>
              <a:path w="12962" h="18486" extrusionOk="0">
                <a:moveTo>
                  <a:pt x="2633" y="0"/>
                </a:moveTo>
                <a:lnTo>
                  <a:pt x="2246" y="37"/>
                </a:lnTo>
                <a:lnTo>
                  <a:pt x="1860" y="74"/>
                </a:lnTo>
                <a:lnTo>
                  <a:pt x="1473" y="129"/>
                </a:lnTo>
                <a:lnTo>
                  <a:pt x="1105" y="184"/>
                </a:lnTo>
                <a:lnTo>
                  <a:pt x="718" y="258"/>
                </a:lnTo>
                <a:lnTo>
                  <a:pt x="368" y="368"/>
                </a:lnTo>
                <a:lnTo>
                  <a:pt x="0" y="461"/>
                </a:lnTo>
                <a:lnTo>
                  <a:pt x="0" y="18486"/>
                </a:lnTo>
                <a:lnTo>
                  <a:pt x="8101" y="18486"/>
                </a:lnTo>
                <a:lnTo>
                  <a:pt x="8635" y="18136"/>
                </a:lnTo>
                <a:lnTo>
                  <a:pt x="9151" y="17767"/>
                </a:lnTo>
                <a:lnTo>
                  <a:pt x="9629" y="17362"/>
                </a:lnTo>
                <a:lnTo>
                  <a:pt x="10090" y="16921"/>
                </a:lnTo>
                <a:lnTo>
                  <a:pt x="10513" y="16460"/>
                </a:lnTo>
                <a:lnTo>
                  <a:pt x="10918" y="15982"/>
                </a:lnTo>
                <a:lnTo>
                  <a:pt x="11286" y="15466"/>
                </a:lnTo>
                <a:lnTo>
                  <a:pt x="11618" y="14932"/>
                </a:lnTo>
                <a:lnTo>
                  <a:pt x="11931" y="14361"/>
                </a:lnTo>
                <a:lnTo>
                  <a:pt x="12189" y="13791"/>
                </a:lnTo>
                <a:lnTo>
                  <a:pt x="12428" y="13183"/>
                </a:lnTo>
                <a:lnTo>
                  <a:pt x="12612" y="12557"/>
                </a:lnTo>
                <a:lnTo>
                  <a:pt x="12759" y="11931"/>
                </a:lnTo>
                <a:lnTo>
                  <a:pt x="12870" y="11287"/>
                </a:lnTo>
                <a:lnTo>
                  <a:pt x="12907" y="10955"/>
                </a:lnTo>
                <a:lnTo>
                  <a:pt x="12943" y="10624"/>
                </a:lnTo>
                <a:lnTo>
                  <a:pt x="12962" y="10274"/>
                </a:lnTo>
                <a:lnTo>
                  <a:pt x="12962" y="9943"/>
                </a:lnTo>
                <a:lnTo>
                  <a:pt x="12943" y="9427"/>
                </a:lnTo>
                <a:lnTo>
                  <a:pt x="12907" y="8930"/>
                </a:lnTo>
                <a:lnTo>
                  <a:pt x="12851" y="8433"/>
                </a:lnTo>
                <a:lnTo>
                  <a:pt x="12759" y="7936"/>
                </a:lnTo>
                <a:lnTo>
                  <a:pt x="12649" y="7457"/>
                </a:lnTo>
                <a:lnTo>
                  <a:pt x="12520" y="6978"/>
                </a:lnTo>
                <a:lnTo>
                  <a:pt x="12354" y="6518"/>
                </a:lnTo>
                <a:lnTo>
                  <a:pt x="12189" y="6076"/>
                </a:lnTo>
                <a:lnTo>
                  <a:pt x="11986" y="5634"/>
                </a:lnTo>
                <a:lnTo>
                  <a:pt x="11765" y="5211"/>
                </a:lnTo>
                <a:lnTo>
                  <a:pt x="11526" y="4787"/>
                </a:lnTo>
                <a:lnTo>
                  <a:pt x="11268" y="4382"/>
                </a:lnTo>
                <a:lnTo>
                  <a:pt x="10992" y="3996"/>
                </a:lnTo>
                <a:lnTo>
                  <a:pt x="10697" y="3627"/>
                </a:lnTo>
                <a:lnTo>
                  <a:pt x="10384" y="3259"/>
                </a:lnTo>
                <a:lnTo>
                  <a:pt x="10053" y="2909"/>
                </a:lnTo>
                <a:lnTo>
                  <a:pt x="9703" y="2578"/>
                </a:lnTo>
                <a:lnTo>
                  <a:pt x="9335" y="2265"/>
                </a:lnTo>
                <a:lnTo>
                  <a:pt x="8967" y="1970"/>
                </a:lnTo>
                <a:lnTo>
                  <a:pt x="8580" y="1694"/>
                </a:lnTo>
                <a:lnTo>
                  <a:pt x="8175" y="1436"/>
                </a:lnTo>
                <a:lnTo>
                  <a:pt x="7751" y="1197"/>
                </a:lnTo>
                <a:lnTo>
                  <a:pt x="7328" y="976"/>
                </a:lnTo>
                <a:lnTo>
                  <a:pt x="6886" y="774"/>
                </a:lnTo>
                <a:lnTo>
                  <a:pt x="6444" y="608"/>
                </a:lnTo>
                <a:lnTo>
                  <a:pt x="5984" y="442"/>
                </a:lnTo>
                <a:lnTo>
                  <a:pt x="5505" y="313"/>
                </a:lnTo>
                <a:lnTo>
                  <a:pt x="5026" y="203"/>
                </a:lnTo>
                <a:lnTo>
                  <a:pt x="4529" y="111"/>
                </a:lnTo>
                <a:lnTo>
                  <a:pt x="4032" y="55"/>
                </a:lnTo>
                <a:lnTo>
                  <a:pt x="3535" y="19"/>
                </a:lnTo>
                <a:lnTo>
                  <a:pt x="302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320075" y="1694175"/>
            <a:ext cx="4366800" cy="30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⊷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⊶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⊸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58B17A-EF3C-D21F-5365-C9400D72B1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6293" y="0"/>
            <a:ext cx="1137707" cy="860611"/>
          </a:xfrm>
          <a:prstGeom prst="rect">
            <a:avLst/>
          </a:prstGeom>
          <a:solidFill>
            <a:srgbClr val="FFF8EE"/>
          </a:solidFill>
          <a:ln>
            <a:solidFill>
              <a:srgbClr val="FFF8EE"/>
            </a:solidFill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3822000" y="893225"/>
            <a:ext cx="4864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3822000" y="1725900"/>
            <a:ext cx="2361300" cy="3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⊶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⊸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325498" y="1725900"/>
            <a:ext cx="2361300" cy="30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⊷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⊶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⊸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89438-3682-C9A3-DDF4-7046858C19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6293" y="0"/>
            <a:ext cx="1137707" cy="860611"/>
          </a:xfrm>
          <a:prstGeom prst="rect">
            <a:avLst/>
          </a:prstGeom>
          <a:solidFill>
            <a:srgbClr val="FFF8EE"/>
          </a:solidFill>
          <a:ln>
            <a:solidFill>
              <a:srgbClr val="FFF8EE"/>
            </a:solidFill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0" y="0"/>
            <a:ext cx="9143954" cy="5143389"/>
          </a:xfrm>
          <a:custGeom>
            <a:avLst/>
            <a:gdLst/>
            <a:ahLst/>
            <a:cxnLst/>
            <a:rect l="l" t="t" r="r" b="b"/>
            <a:pathLst>
              <a:path w="94270" h="53026" extrusionOk="0">
                <a:moveTo>
                  <a:pt x="7992" y="4456"/>
                </a:moveTo>
                <a:lnTo>
                  <a:pt x="8489" y="4732"/>
                </a:lnTo>
                <a:lnTo>
                  <a:pt x="9078" y="5082"/>
                </a:lnTo>
                <a:lnTo>
                  <a:pt x="9833" y="5542"/>
                </a:lnTo>
                <a:lnTo>
                  <a:pt x="10753" y="6113"/>
                </a:lnTo>
                <a:lnTo>
                  <a:pt x="11784" y="6794"/>
                </a:lnTo>
                <a:lnTo>
                  <a:pt x="12908" y="7586"/>
                </a:lnTo>
                <a:lnTo>
                  <a:pt x="13478" y="8027"/>
                </a:lnTo>
                <a:lnTo>
                  <a:pt x="14086" y="8469"/>
                </a:lnTo>
                <a:lnTo>
                  <a:pt x="14694" y="8948"/>
                </a:lnTo>
                <a:lnTo>
                  <a:pt x="15301" y="9445"/>
                </a:lnTo>
                <a:lnTo>
                  <a:pt x="15927" y="9961"/>
                </a:lnTo>
                <a:lnTo>
                  <a:pt x="16535" y="10513"/>
                </a:lnTo>
                <a:lnTo>
                  <a:pt x="17142" y="11065"/>
                </a:lnTo>
                <a:lnTo>
                  <a:pt x="17731" y="11636"/>
                </a:lnTo>
                <a:lnTo>
                  <a:pt x="18302" y="12225"/>
                </a:lnTo>
                <a:lnTo>
                  <a:pt x="18873" y="12833"/>
                </a:lnTo>
                <a:lnTo>
                  <a:pt x="19407" y="13459"/>
                </a:lnTo>
                <a:lnTo>
                  <a:pt x="19941" y="14085"/>
                </a:lnTo>
                <a:lnTo>
                  <a:pt x="20420" y="14748"/>
                </a:lnTo>
                <a:lnTo>
                  <a:pt x="20880" y="15411"/>
                </a:lnTo>
                <a:lnTo>
                  <a:pt x="21303" y="16092"/>
                </a:lnTo>
                <a:lnTo>
                  <a:pt x="21690" y="16773"/>
                </a:lnTo>
                <a:lnTo>
                  <a:pt x="21856" y="17123"/>
                </a:lnTo>
                <a:lnTo>
                  <a:pt x="22021" y="17473"/>
                </a:lnTo>
                <a:lnTo>
                  <a:pt x="22169" y="17822"/>
                </a:lnTo>
                <a:lnTo>
                  <a:pt x="22316" y="18172"/>
                </a:lnTo>
                <a:lnTo>
                  <a:pt x="22445" y="18522"/>
                </a:lnTo>
                <a:lnTo>
                  <a:pt x="22555" y="18872"/>
                </a:lnTo>
                <a:lnTo>
                  <a:pt x="22647" y="19222"/>
                </a:lnTo>
                <a:lnTo>
                  <a:pt x="22739" y="19572"/>
                </a:lnTo>
                <a:lnTo>
                  <a:pt x="22813" y="19921"/>
                </a:lnTo>
                <a:lnTo>
                  <a:pt x="22887" y="20271"/>
                </a:lnTo>
                <a:lnTo>
                  <a:pt x="22924" y="20603"/>
                </a:lnTo>
                <a:lnTo>
                  <a:pt x="22960" y="20934"/>
                </a:lnTo>
                <a:lnTo>
                  <a:pt x="23016" y="21597"/>
                </a:lnTo>
                <a:lnTo>
                  <a:pt x="23016" y="22260"/>
                </a:lnTo>
                <a:lnTo>
                  <a:pt x="22979" y="22886"/>
                </a:lnTo>
                <a:lnTo>
                  <a:pt x="22905" y="23512"/>
                </a:lnTo>
                <a:lnTo>
                  <a:pt x="22795" y="24119"/>
                </a:lnTo>
                <a:lnTo>
                  <a:pt x="22666" y="24708"/>
                </a:lnTo>
                <a:lnTo>
                  <a:pt x="22500" y="25298"/>
                </a:lnTo>
                <a:lnTo>
                  <a:pt x="22316" y="25850"/>
                </a:lnTo>
                <a:lnTo>
                  <a:pt x="22113" y="26384"/>
                </a:lnTo>
                <a:lnTo>
                  <a:pt x="21893" y="26899"/>
                </a:lnTo>
                <a:lnTo>
                  <a:pt x="21653" y="27397"/>
                </a:lnTo>
                <a:lnTo>
                  <a:pt x="21395" y="27875"/>
                </a:lnTo>
                <a:lnTo>
                  <a:pt x="21156" y="28336"/>
                </a:lnTo>
                <a:lnTo>
                  <a:pt x="20880" y="28777"/>
                </a:lnTo>
                <a:lnTo>
                  <a:pt x="20622" y="29182"/>
                </a:lnTo>
                <a:lnTo>
                  <a:pt x="20364" y="29569"/>
                </a:lnTo>
                <a:lnTo>
                  <a:pt x="20107" y="29919"/>
                </a:lnTo>
                <a:lnTo>
                  <a:pt x="19849" y="30250"/>
                </a:lnTo>
                <a:lnTo>
                  <a:pt x="19370" y="30821"/>
                </a:lnTo>
                <a:lnTo>
                  <a:pt x="18965" y="31281"/>
                </a:lnTo>
                <a:lnTo>
                  <a:pt x="18634" y="31631"/>
                </a:lnTo>
                <a:lnTo>
                  <a:pt x="18357" y="31907"/>
                </a:lnTo>
                <a:lnTo>
                  <a:pt x="17952" y="31889"/>
                </a:lnTo>
                <a:lnTo>
                  <a:pt x="17474" y="31852"/>
                </a:lnTo>
                <a:lnTo>
                  <a:pt x="16866" y="31779"/>
                </a:lnTo>
                <a:lnTo>
                  <a:pt x="16130" y="31650"/>
                </a:lnTo>
                <a:lnTo>
                  <a:pt x="15725" y="31576"/>
                </a:lnTo>
                <a:lnTo>
                  <a:pt x="15283" y="31466"/>
                </a:lnTo>
                <a:lnTo>
                  <a:pt x="14841" y="31355"/>
                </a:lnTo>
                <a:lnTo>
                  <a:pt x="14362" y="31226"/>
                </a:lnTo>
                <a:lnTo>
                  <a:pt x="13883" y="31079"/>
                </a:lnTo>
                <a:lnTo>
                  <a:pt x="13405" y="30895"/>
                </a:lnTo>
                <a:lnTo>
                  <a:pt x="12889" y="30711"/>
                </a:lnTo>
                <a:lnTo>
                  <a:pt x="12392" y="30490"/>
                </a:lnTo>
                <a:lnTo>
                  <a:pt x="11877" y="30250"/>
                </a:lnTo>
                <a:lnTo>
                  <a:pt x="11361" y="29974"/>
                </a:lnTo>
                <a:lnTo>
                  <a:pt x="10864" y="29680"/>
                </a:lnTo>
                <a:lnTo>
                  <a:pt x="10367" y="29348"/>
                </a:lnTo>
                <a:lnTo>
                  <a:pt x="9870" y="28998"/>
                </a:lnTo>
                <a:lnTo>
                  <a:pt x="9391" y="28612"/>
                </a:lnTo>
                <a:lnTo>
                  <a:pt x="8931" y="28188"/>
                </a:lnTo>
                <a:lnTo>
                  <a:pt x="8470" y="27728"/>
                </a:lnTo>
                <a:lnTo>
                  <a:pt x="8047" y="27249"/>
                </a:lnTo>
                <a:lnTo>
                  <a:pt x="7642" y="26715"/>
                </a:lnTo>
                <a:lnTo>
                  <a:pt x="7439" y="26439"/>
                </a:lnTo>
                <a:lnTo>
                  <a:pt x="7255" y="26145"/>
                </a:lnTo>
                <a:lnTo>
                  <a:pt x="7071" y="25850"/>
                </a:lnTo>
                <a:lnTo>
                  <a:pt x="6905" y="25555"/>
                </a:lnTo>
                <a:lnTo>
                  <a:pt x="6740" y="25224"/>
                </a:lnTo>
                <a:lnTo>
                  <a:pt x="6592" y="24893"/>
                </a:lnTo>
                <a:lnTo>
                  <a:pt x="6445" y="24561"/>
                </a:lnTo>
                <a:lnTo>
                  <a:pt x="6298" y="24211"/>
                </a:lnTo>
                <a:lnTo>
                  <a:pt x="6169" y="23861"/>
                </a:lnTo>
                <a:lnTo>
                  <a:pt x="6058" y="23493"/>
                </a:lnTo>
                <a:lnTo>
                  <a:pt x="5948" y="23125"/>
                </a:lnTo>
                <a:lnTo>
                  <a:pt x="5856" y="22738"/>
                </a:lnTo>
                <a:lnTo>
                  <a:pt x="5690" y="21965"/>
                </a:lnTo>
                <a:lnTo>
                  <a:pt x="5561" y="21192"/>
                </a:lnTo>
                <a:lnTo>
                  <a:pt x="5451" y="20382"/>
                </a:lnTo>
                <a:lnTo>
                  <a:pt x="5396" y="19572"/>
                </a:lnTo>
                <a:lnTo>
                  <a:pt x="5359" y="18761"/>
                </a:lnTo>
                <a:lnTo>
                  <a:pt x="5359" y="17933"/>
                </a:lnTo>
                <a:lnTo>
                  <a:pt x="5377" y="17104"/>
                </a:lnTo>
                <a:lnTo>
                  <a:pt x="5432" y="16276"/>
                </a:lnTo>
                <a:lnTo>
                  <a:pt x="5488" y="15447"/>
                </a:lnTo>
                <a:lnTo>
                  <a:pt x="5580" y="14637"/>
                </a:lnTo>
                <a:lnTo>
                  <a:pt x="5690" y="13827"/>
                </a:lnTo>
                <a:lnTo>
                  <a:pt x="5801" y="13035"/>
                </a:lnTo>
                <a:lnTo>
                  <a:pt x="5930" y="12262"/>
                </a:lnTo>
                <a:lnTo>
                  <a:pt x="6077" y="11489"/>
                </a:lnTo>
                <a:lnTo>
                  <a:pt x="6224" y="10752"/>
                </a:lnTo>
                <a:lnTo>
                  <a:pt x="6390" y="10053"/>
                </a:lnTo>
                <a:lnTo>
                  <a:pt x="6703" y="8709"/>
                </a:lnTo>
                <a:lnTo>
                  <a:pt x="7034" y="7512"/>
                </a:lnTo>
                <a:lnTo>
                  <a:pt x="7329" y="6481"/>
                </a:lnTo>
                <a:lnTo>
                  <a:pt x="7605" y="5634"/>
                </a:lnTo>
                <a:lnTo>
                  <a:pt x="7808" y="5008"/>
                </a:lnTo>
                <a:lnTo>
                  <a:pt x="7992" y="4456"/>
                </a:lnTo>
                <a:close/>
                <a:moveTo>
                  <a:pt x="1" y="0"/>
                </a:moveTo>
                <a:lnTo>
                  <a:pt x="1" y="53026"/>
                </a:lnTo>
                <a:lnTo>
                  <a:pt x="94269" y="53026"/>
                </a:lnTo>
                <a:lnTo>
                  <a:pt x="94269" y="0"/>
                </a:lnTo>
                <a:close/>
              </a:path>
            </a:pathLst>
          </a:custGeom>
          <a:solidFill>
            <a:srgbClr val="FFF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2007373" y="2801981"/>
            <a:ext cx="1494925" cy="907315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758744">
            <a:off x="1198314" y="3395329"/>
            <a:ext cx="582376" cy="869781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1993115" y="0"/>
            <a:ext cx="1828888" cy="1393078"/>
          </a:xfrm>
          <a:custGeom>
            <a:avLst/>
            <a:gdLst/>
            <a:ahLst/>
            <a:cxnLst/>
            <a:rect l="l" t="t" r="r" b="b"/>
            <a:pathLst>
              <a:path w="18855" h="14362" extrusionOk="0">
                <a:moveTo>
                  <a:pt x="1400" y="0"/>
                </a:moveTo>
                <a:lnTo>
                  <a:pt x="1087" y="552"/>
                </a:lnTo>
                <a:lnTo>
                  <a:pt x="811" y="1123"/>
                </a:lnTo>
                <a:lnTo>
                  <a:pt x="571" y="1712"/>
                </a:lnTo>
                <a:lnTo>
                  <a:pt x="461" y="2025"/>
                </a:lnTo>
                <a:lnTo>
                  <a:pt x="369" y="2320"/>
                </a:lnTo>
                <a:lnTo>
                  <a:pt x="277" y="2633"/>
                </a:lnTo>
                <a:lnTo>
                  <a:pt x="203" y="2964"/>
                </a:lnTo>
                <a:lnTo>
                  <a:pt x="148" y="3277"/>
                </a:lnTo>
                <a:lnTo>
                  <a:pt x="93" y="3609"/>
                </a:lnTo>
                <a:lnTo>
                  <a:pt x="56" y="3922"/>
                </a:lnTo>
                <a:lnTo>
                  <a:pt x="19" y="4253"/>
                </a:lnTo>
                <a:lnTo>
                  <a:pt x="0" y="4603"/>
                </a:lnTo>
                <a:lnTo>
                  <a:pt x="0" y="4934"/>
                </a:lnTo>
                <a:lnTo>
                  <a:pt x="19" y="5413"/>
                </a:lnTo>
                <a:lnTo>
                  <a:pt x="56" y="5892"/>
                </a:lnTo>
                <a:lnTo>
                  <a:pt x="111" y="6370"/>
                </a:lnTo>
                <a:lnTo>
                  <a:pt x="185" y="6831"/>
                </a:lnTo>
                <a:lnTo>
                  <a:pt x="295" y="7291"/>
                </a:lnTo>
                <a:lnTo>
                  <a:pt x="424" y="7733"/>
                </a:lnTo>
                <a:lnTo>
                  <a:pt x="571" y="8175"/>
                </a:lnTo>
                <a:lnTo>
                  <a:pt x="737" y="8598"/>
                </a:lnTo>
                <a:lnTo>
                  <a:pt x="921" y="9022"/>
                </a:lnTo>
                <a:lnTo>
                  <a:pt x="1142" y="9427"/>
                </a:lnTo>
                <a:lnTo>
                  <a:pt x="1363" y="9813"/>
                </a:lnTo>
                <a:lnTo>
                  <a:pt x="1602" y="10200"/>
                </a:lnTo>
                <a:lnTo>
                  <a:pt x="1878" y="10568"/>
                </a:lnTo>
                <a:lnTo>
                  <a:pt x="2155" y="10937"/>
                </a:lnTo>
                <a:lnTo>
                  <a:pt x="2449" y="11268"/>
                </a:lnTo>
                <a:lnTo>
                  <a:pt x="2762" y="11599"/>
                </a:lnTo>
                <a:lnTo>
                  <a:pt x="3094" y="11912"/>
                </a:lnTo>
                <a:lnTo>
                  <a:pt x="3425" y="12207"/>
                </a:lnTo>
                <a:lnTo>
                  <a:pt x="3793" y="12483"/>
                </a:lnTo>
                <a:lnTo>
                  <a:pt x="4162" y="12759"/>
                </a:lnTo>
                <a:lnTo>
                  <a:pt x="4548" y="12999"/>
                </a:lnTo>
                <a:lnTo>
                  <a:pt x="4935" y="13220"/>
                </a:lnTo>
                <a:lnTo>
                  <a:pt x="5340" y="13441"/>
                </a:lnTo>
                <a:lnTo>
                  <a:pt x="5763" y="13625"/>
                </a:lnTo>
                <a:lnTo>
                  <a:pt x="6187" y="13790"/>
                </a:lnTo>
                <a:lnTo>
                  <a:pt x="6629" y="13938"/>
                </a:lnTo>
                <a:lnTo>
                  <a:pt x="7071" y="14066"/>
                </a:lnTo>
                <a:lnTo>
                  <a:pt x="7531" y="14177"/>
                </a:lnTo>
                <a:lnTo>
                  <a:pt x="7991" y="14251"/>
                </a:lnTo>
                <a:lnTo>
                  <a:pt x="8470" y="14306"/>
                </a:lnTo>
                <a:lnTo>
                  <a:pt x="8949" y="14343"/>
                </a:lnTo>
                <a:lnTo>
                  <a:pt x="9427" y="14361"/>
                </a:lnTo>
                <a:lnTo>
                  <a:pt x="9906" y="14343"/>
                </a:lnTo>
                <a:lnTo>
                  <a:pt x="10385" y="14306"/>
                </a:lnTo>
                <a:lnTo>
                  <a:pt x="10863" y="14251"/>
                </a:lnTo>
                <a:lnTo>
                  <a:pt x="11324" y="14177"/>
                </a:lnTo>
                <a:lnTo>
                  <a:pt x="11784" y="14066"/>
                </a:lnTo>
                <a:lnTo>
                  <a:pt x="12226" y="13938"/>
                </a:lnTo>
                <a:lnTo>
                  <a:pt x="12668" y="13790"/>
                </a:lnTo>
                <a:lnTo>
                  <a:pt x="13091" y="13625"/>
                </a:lnTo>
                <a:lnTo>
                  <a:pt x="13515" y="13441"/>
                </a:lnTo>
                <a:lnTo>
                  <a:pt x="13920" y="13220"/>
                </a:lnTo>
                <a:lnTo>
                  <a:pt x="14306" y="12999"/>
                </a:lnTo>
                <a:lnTo>
                  <a:pt x="14693" y="12759"/>
                </a:lnTo>
                <a:lnTo>
                  <a:pt x="15061" y="12483"/>
                </a:lnTo>
                <a:lnTo>
                  <a:pt x="15430" y="12207"/>
                </a:lnTo>
                <a:lnTo>
                  <a:pt x="15761" y="11912"/>
                </a:lnTo>
                <a:lnTo>
                  <a:pt x="16092" y="11599"/>
                </a:lnTo>
                <a:lnTo>
                  <a:pt x="16405" y="11268"/>
                </a:lnTo>
                <a:lnTo>
                  <a:pt x="16700" y="10937"/>
                </a:lnTo>
                <a:lnTo>
                  <a:pt x="16976" y="10568"/>
                </a:lnTo>
                <a:lnTo>
                  <a:pt x="17252" y="10200"/>
                </a:lnTo>
                <a:lnTo>
                  <a:pt x="17492" y="9813"/>
                </a:lnTo>
                <a:lnTo>
                  <a:pt x="17713" y="9427"/>
                </a:lnTo>
                <a:lnTo>
                  <a:pt x="17933" y="9022"/>
                </a:lnTo>
                <a:lnTo>
                  <a:pt x="18118" y="8598"/>
                </a:lnTo>
                <a:lnTo>
                  <a:pt x="18283" y="8175"/>
                </a:lnTo>
                <a:lnTo>
                  <a:pt x="18431" y="7733"/>
                </a:lnTo>
                <a:lnTo>
                  <a:pt x="18559" y="7291"/>
                </a:lnTo>
                <a:lnTo>
                  <a:pt x="18670" y="6831"/>
                </a:lnTo>
                <a:lnTo>
                  <a:pt x="18744" y="6370"/>
                </a:lnTo>
                <a:lnTo>
                  <a:pt x="18799" y="5892"/>
                </a:lnTo>
                <a:lnTo>
                  <a:pt x="18836" y="5413"/>
                </a:lnTo>
                <a:lnTo>
                  <a:pt x="18854" y="4934"/>
                </a:lnTo>
                <a:lnTo>
                  <a:pt x="18854" y="4603"/>
                </a:lnTo>
                <a:lnTo>
                  <a:pt x="18836" y="4253"/>
                </a:lnTo>
                <a:lnTo>
                  <a:pt x="18799" y="3922"/>
                </a:lnTo>
                <a:lnTo>
                  <a:pt x="18762" y="3609"/>
                </a:lnTo>
                <a:lnTo>
                  <a:pt x="18707" y="3277"/>
                </a:lnTo>
                <a:lnTo>
                  <a:pt x="18652" y="2964"/>
                </a:lnTo>
                <a:lnTo>
                  <a:pt x="18578" y="2633"/>
                </a:lnTo>
                <a:lnTo>
                  <a:pt x="18486" y="2320"/>
                </a:lnTo>
                <a:lnTo>
                  <a:pt x="18394" y="2025"/>
                </a:lnTo>
                <a:lnTo>
                  <a:pt x="18283" y="1712"/>
                </a:lnTo>
                <a:lnTo>
                  <a:pt x="18044" y="1123"/>
                </a:lnTo>
                <a:lnTo>
                  <a:pt x="17768" y="552"/>
                </a:lnTo>
                <a:lnTo>
                  <a:pt x="174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1793105" y="4243274"/>
            <a:ext cx="1271637" cy="900137"/>
          </a:xfrm>
          <a:custGeom>
            <a:avLst/>
            <a:gdLst/>
            <a:ahLst/>
            <a:cxnLst/>
            <a:rect l="l" t="t" r="r" b="b"/>
            <a:pathLst>
              <a:path w="13110" h="9280" extrusionOk="0">
                <a:moveTo>
                  <a:pt x="6224" y="0"/>
                </a:moveTo>
                <a:lnTo>
                  <a:pt x="5892" y="37"/>
                </a:lnTo>
                <a:lnTo>
                  <a:pt x="5561" y="74"/>
                </a:lnTo>
                <a:lnTo>
                  <a:pt x="5229" y="129"/>
                </a:lnTo>
                <a:lnTo>
                  <a:pt x="4916" y="203"/>
                </a:lnTo>
                <a:lnTo>
                  <a:pt x="4603" y="295"/>
                </a:lnTo>
                <a:lnTo>
                  <a:pt x="4309" y="405"/>
                </a:lnTo>
                <a:lnTo>
                  <a:pt x="3996" y="516"/>
                </a:lnTo>
                <a:lnTo>
                  <a:pt x="3720" y="644"/>
                </a:lnTo>
                <a:lnTo>
                  <a:pt x="3425" y="792"/>
                </a:lnTo>
                <a:lnTo>
                  <a:pt x="3149" y="957"/>
                </a:lnTo>
                <a:lnTo>
                  <a:pt x="2891" y="1123"/>
                </a:lnTo>
                <a:lnTo>
                  <a:pt x="2633" y="1307"/>
                </a:lnTo>
                <a:lnTo>
                  <a:pt x="2394" y="1491"/>
                </a:lnTo>
                <a:lnTo>
                  <a:pt x="2155" y="1694"/>
                </a:lnTo>
                <a:lnTo>
                  <a:pt x="1915" y="1915"/>
                </a:lnTo>
                <a:lnTo>
                  <a:pt x="1694" y="2154"/>
                </a:lnTo>
                <a:lnTo>
                  <a:pt x="1492" y="2394"/>
                </a:lnTo>
                <a:lnTo>
                  <a:pt x="1308" y="2633"/>
                </a:lnTo>
                <a:lnTo>
                  <a:pt x="1123" y="2891"/>
                </a:lnTo>
                <a:lnTo>
                  <a:pt x="958" y="3148"/>
                </a:lnTo>
                <a:lnTo>
                  <a:pt x="792" y="3425"/>
                </a:lnTo>
                <a:lnTo>
                  <a:pt x="645" y="3719"/>
                </a:lnTo>
                <a:lnTo>
                  <a:pt x="516" y="3995"/>
                </a:lnTo>
                <a:lnTo>
                  <a:pt x="405" y="4308"/>
                </a:lnTo>
                <a:lnTo>
                  <a:pt x="295" y="4603"/>
                </a:lnTo>
                <a:lnTo>
                  <a:pt x="203" y="4916"/>
                </a:lnTo>
                <a:lnTo>
                  <a:pt x="129" y="5229"/>
                </a:lnTo>
                <a:lnTo>
                  <a:pt x="74" y="5560"/>
                </a:lnTo>
                <a:lnTo>
                  <a:pt x="37" y="5892"/>
                </a:lnTo>
                <a:lnTo>
                  <a:pt x="0" y="6223"/>
                </a:lnTo>
                <a:lnTo>
                  <a:pt x="0" y="6555"/>
                </a:lnTo>
                <a:lnTo>
                  <a:pt x="19" y="6923"/>
                </a:lnTo>
                <a:lnTo>
                  <a:pt x="37" y="7273"/>
                </a:lnTo>
                <a:lnTo>
                  <a:pt x="92" y="7622"/>
                </a:lnTo>
                <a:lnTo>
                  <a:pt x="148" y="7972"/>
                </a:lnTo>
                <a:lnTo>
                  <a:pt x="240" y="8304"/>
                </a:lnTo>
                <a:lnTo>
                  <a:pt x="332" y="8635"/>
                </a:lnTo>
                <a:lnTo>
                  <a:pt x="461" y="8967"/>
                </a:lnTo>
                <a:lnTo>
                  <a:pt x="590" y="9280"/>
                </a:lnTo>
                <a:lnTo>
                  <a:pt x="12520" y="9280"/>
                </a:lnTo>
                <a:lnTo>
                  <a:pt x="12649" y="8967"/>
                </a:lnTo>
                <a:lnTo>
                  <a:pt x="12778" y="8635"/>
                </a:lnTo>
                <a:lnTo>
                  <a:pt x="12870" y="8304"/>
                </a:lnTo>
                <a:lnTo>
                  <a:pt x="12962" y="7972"/>
                </a:lnTo>
                <a:lnTo>
                  <a:pt x="13017" y="7622"/>
                </a:lnTo>
                <a:lnTo>
                  <a:pt x="13073" y="7273"/>
                </a:lnTo>
                <a:lnTo>
                  <a:pt x="13091" y="6923"/>
                </a:lnTo>
                <a:lnTo>
                  <a:pt x="13110" y="6555"/>
                </a:lnTo>
                <a:lnTo>
                  <a:pt x="13110" y="6223"/>
                </a:lnTo>
                <a:lnTo>
                  <a:pt x="13073" y="5892"/>
                </a:lnTo>
                <a:lnTo>
                  <a:pt x="13036" y="5560"/>
                </a:lnTo>
                <a:lnTo>
                  <a:pt x="12981" y="5229"/>
                </a:lnTo>
                <a:lnTo>
                  <a:pt x="12907" y="4916"/>
                </a:lnTo>
                <a:lnTo>
                  <a:pt x="12815" y="4603"/>
                </a:lnTo>
                <a:lnTo>
                  <a:pt x="12704" y="4308"/>
                </a:lnTo>
                <a:lnTo>
                  <a:pt x="12594" y="3995"/>
                </a:lnTo>
                <a:lnTo>
                  <a:pt x="12465" y="3719"/>
                </a:lnTo>
                <a:lnTo>
                  <a:pt x="12318" y="3425"/>
                </a:lnTo>
                <a:lnTo>
                  <a:pt x="12152" y="3148"/>
                </a:lnTo>
                <a:lnTo>
                  <a:pt x="11986" y="2891"/>
                </a:lnTo>
                <a:lnTo>
                  <a:pt x="11802" y="2633"/>
                </a:lnTo>
                <a:lnTo>
                  <a:pt x="11618" y="2394"/>
                </a:lnTo>
                <a:lnTo>
                  <a:pt x="11416" y="2154"/>
                </a:lnTo>
                <a:lnTo>
                  <a:pt x="11195" y="1915"/>
                </a:lnTo>
                <a:lnTo>
                  <a:pt x="10955" y="1694"/>
                </a:lnTo>
                <a:lnTo>
                  <a:pt x="10716" y="1491"/>
                </a:lnTo>
                <a:lnTo>
                  <a:pt x="10477" y="1307"/>
                </a:lnTo>
                <a:lnTo>
                  <a:pt x="10219" y="1123"/>
                </a:lnTo>
                <a:lnTo>
                  <a:pt x="9961" y="957"/>
                </a:lnTo>
                <a:lnTo>
                  <a:pt x="9685" y="792"/>
                </a:lnTo>
                <a:lnTo>
                  <a:pt x="9390" y="644"/>
                </a:lnTo>
                <a:lnTo>
                  <a:pt x="9114" y="516"/>
                </a:lnTo>
                <a:lnTo>
                  <a:pt x="8801" y="405"/>
                </a:lnTo>
                <a:lnTo>
                  <a:pt x="8507" y="295"/>
                </a:lnTo>
                <a:lnTo>
                  <a:pt x="8194" y="203"/>
                </a:lnTo>
                <a:lnTo>
                  <a:pt x="7881" y="129"/>
                </a:lnTo>
                <a:lnTo>
                  <a:pt x="7549" y="74"/>
                </a:lnTo>
                <a:lnTo>
                  <a:pt x="7218" y="37"/>
                </a:lnTo>
                <a:lnTo>
                  <a:pt x="68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0" y="2907418"/>
            <a:ext cx="971624" cy="1607346"/>
          </a:xfrm>
          <a:custGeom>
            <a:avLst/>
            <a:gdLst/>
            <a:ahLst/>
            <a:cxnLst/>
            <a:rect l="l" t="t" r="r" b="b"/>
            <a:pathLst>
              <a:path w="10017" h="16571" extrusionOk="0">
                <a:moveTo>
                  <a:pt x="1732" y="0"/>
                </a:moveTo>
                <a:lnTo>
                  <a:pt x="1290" y="19"/>
                </a:lnTo>
                <a:lnTo>
                  <a:pt x="848" y="55"/>
                </a:lnTo>
                <a:lnTo>
                  <a:pt x="424" y="111"/>
                </a:lnTo>
                <a:lnTo>
                  <a:pt x="1" y="184"/>
                </a:lnTo>
                <a:lnTo>
                  <a:pt x="1" y="16387"/>
                </a:lnTo>
                <a:lnTo>
                  <a:pt x="424" y="16460"/>
                </a:lnTo>
                <a:lnTo>
                  <a:pt x="848" y="16515"/>
                </a:lnTo>
                <a:lnTo>
                  <a:pt x="1290" y="16552"/>
                </a:lnTo>
                <a:lnTo>
                  <a:pt x="1732" y="16571"/>
                </a:lnTo>
                <a:lnTo>
                  <a:pt x="2155" y="16552"/>
                </a:lnTo>
                <a:lnTo>
                  <a:pt x="2579" y="16534"/>
                </a:lnTo>
                <a:lnTo>
                  <a:pt x="3002" y="16479"/>
                </a:lnTo>
                <a:lnTo>
                  <a:pt x="3407" y="16405"/>
                </a:lnTo>
                <a:lnTo>
                  <a:pt x="3794" y="16313"/>
                </a:lnTo>
                <a:lnTo>
                  <a:pt x="4199" y="16202"/>
                </a:lnTo>
                <a:lnTo>
                  <a:pt x="4586" y="16074"/>
                </a:lnTo>
                <a:lnTo>
                  <a:pt x="4954" y="15926"/>
                </a:lnTo>
                <a:lnTo>
                  <a:pt x="5322" y="15761"/>
                </a:lnTo>
                <a:lnTo>
                  <a:pt x="5672" y="15576"/>
                </a:lnTo>
                <a:lnTo>
                  <a:pt x="6022" y="15374"/>
                </a:lnTo>
                <a:lnTo>
                  <a:pt x="6371" y="15153"/>
                </a:lnTo>
                <a:lnTo>
                  <a:pt x="6684" y="14932"/>
                </a:lnTo>
                <a:lnTo>
                  <a:pt x="6997" y="14674"/>
                </a:lnTo>
                <a:lnTo>
                  <a:pt x="7310" y="14416"/>
                </a:lnTo>
                <a:lnTo>
                  <a:pt x="7587" y="14140"/>
                </a:lnTo>
                <a:lnTo>
                  <a:pt x="7863" y="13864"/>
                </a:lnTo>
                <a:lnTo>
                  <a:pt x="8121" y="13551"/>
                </a:lnTo>
                <a:lnTo>
                  <a:pt x="8378" y="13238"/>
                </a:lnTo>
                <a:lnTo>
                  <a:pt x="8599" y="12925"/>
                </a:lnTo>
                <a:lnTo>
                  <a:pt x="8820" y="12575"/>
                </a:lnTo>
                <a:lnTo>
                  <a:pt x="9023" y="12225"/>
                </a:lnTo>
                <a:lnTo>
                  <a:pt x="9207" y="11876"/>
                </a:lnTo>
                <a:lnTo>
                  <a:pt x="9373" y="11507"/>
                </a:lnTo>
                <a:lnTo>
                  <a:pt x="9520" y="11139"/>
                </a:lnTo>
                <a:lnTo>
                  <a:pt x="9649" y="10753"/>
                </a:lnTo>
                <a:lnTo>
                  <a:pt x="9759" y="10348"/>
                </a:lnTo>
                <a:lnTo>
                  <a:pt x="9851" y="9961"/>
                </a:lnTo>
                <a:lnTo>
                  <a:pt x="9925" y="9556"/>
                </a:lnTo>
                <a:lnTo>
                  <a:pt x="9980" y="9132"/>
                </a:lnTo>
                <a:lnTo>
                  <a:pt x="9999" y="8709"/>
                </a:lnTo>
                <a:lnTo>
                  <a:pt x="10017" y="8285"/>
                </a:lnTo>
                <a:lnTo>
                  <a:pt x="9999" y="7862"/>
                </a:lnTo>
                <a:lnTo>
                  <a:pt x="9980" y="7438"/>
                </a:lnTo>
                <a:lnTo>
                  <a:pt x="9925" y="7015"/>
                </a:lnTo>
                <a:lnTo>
                  <a:pt x="9851" y="6610"/>
                </a:lnTo>
                <a:lnTo>
                  <a:pt x="9759" y="6223"/>
                </a:lnTo>
                <a:lnTo>
                  <a:pt x="9649" y="5818"/>
                </a:lnTo>
                <a:lnTo>
                  <a:pt x="9520" y="5432"/>
                </a:lnTo>
                <a:lnTo>
                  <a:pt x="9373" y="5063"/>
                </a:lnTo>
                <a:lnTo>
                  <a:pt x="9207" y="4695"/>
                </a:lnTo>
                <a:lnTo>
                  <a:pt x="9023" y="4345"/>
                </a:lnTo>
                <a:lnTo>
                  <a:pt x="8820" y="3995"/>
                </a:lnTo>
                <a:lnTo>
                  <a:pt x="8599" y="3646"/>
                </a:lnTo>
                <a:lnTo>
                  <a:pt x="8378" y="3333"/>
                </a:lnTo>
                <a:lnTo>
                  <a:pt x="8121" y="3020"/>
                </a:lnTo>
                <a:lnTo>
                  <a:pt x="7863" y="2707"/>
                </a:lnTo>
                <a:lnTo>
                  <a:pt x="7587" y="2430"/>
                </a:lnTo>
                <a:lnTo>
                  <a:pt x="7310" y="2154"/>
                </a:lnTo>
                <a:lnTo>
                  <a:pt x="6997" y="1897"/>
                </a:lnTo>
                <a:lnTo>
                  <a:pt x="6684" y="1639"/>
                </a:lnTo>
                <a:lnTo>
                  <a:pt x="6371" y="1418"/>
                </a:lnTo>
                <a:lnTo>
                  <a:pt x="6022" y="1197"/>
                </a:lnTo>
                <a:lnTo>
                  <a:pt x="5672" y="994"/>
                </a:lnTo>
                <a:lnTo>
                  <a:pt x="5322" y="810"/>
                </a:lnTo>
                <a:lnTo>
                  <a:pt x="4954" y="645"/>
                </a:lnTo>
                <a:lnTo>
                  <a:pt x="4586" y="497"/>
                </a:lnTo>
                <a:lnTo>
                  <a:pt x="4199" y="368"/>
                </a:lnTo>
                <a:lnTo>
                  <a:pt x="3794" y="258"/>
                </a:lnTo>
                <a:lnTo>
                  <a:pt x="3407" y="166"/>
                </a:lnTo>
                <a:lnTo>
                  <a:pt x="3002" y="92"/>
                </a:lnTo>
                <a:lnTo>
                  <a:pt x="2579" y="37"/>
                </a:lnTo>
                <a:lnTo>
                  <a:pt x="2155" y="19"/>
                </a:lnTo>
                <a:lnTo>
                  <a:pt x="17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C70EF4-60F1-08F0-A736-62836B3A9D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06293" y="0"/>
            <a:ext cx="1137707" cy="860611"/>
          </a:xfrm>
          <a:prstGeom prst="rect">
            <a:avLst/>
          </a:prstGeom>
          <a:solidFill>
            <a:srgbClr val="FFF8EE"/>
          </a:solidFill>
          <a:ln>
            <a:solidFill>
              <a:srgbClr val="FFF8EE"/>
            </a:solidFill>
          </a:ln>
        </p:spPr>
      </p:pic>
    </p:spTree>
    <p:extLst>
      <p:ext uri="{BB962C8B-B14F-4D97-AF65-F5344CB8AC3E}">
        <p14:creationId xmlns:p14="http://schemas.microsoft.com/office/powerpoint/2010/main" val="120461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20075" y="893225"/>
            <a:ext cx="43668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sis Light"/>
              <a:buNone/>
              <a:defRPr sz="3600">
                <a:solidFill>
                  <a:schemeClr val="accent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20075" y="1694182"/>
            <a:ext cx="43668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⊷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⊶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ontano Sans"/>
              <a:buChar char="⊸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●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○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■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●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○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ntano Sans"/>
              <a:buChar char="■"/>
              <a:defRPr sz="24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20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buNone/>
              <a:defRPr sz="1300">
                <a:solidFill>
                  <a:schemeClr val="accent2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7" r:id="rId5"/>
    <p:sldLayoutId id="2147483662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data.imf.org/pages/climate-finan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>
                    <a:lumMod val="50000"/>
                  </a:schemeClr>
                </a:solidFill>
              </a:rPr>
              <a:t>AI PHALANX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l="932" r="942"/>
          <a:stretch/>
        </p:blipFill>
        <p:spPr>
          <a:xfrm>
            <a:off x="224471" y="446550"/>
            <a:ext cx="4608989" cy="4696974"/>
          </a:xfrm>
          <a:custGeom>
            <a:avLst/>
            <a:gdLst/>
            <a:ahLst/>
            <a:cxnLst/>
            <a:rect l="l" t="t" r="r" b="b"/>
            <a:pathLst>
              <a:path w="21061" h="21600" extrusionOk="0">
                <a:moveTo>
                  <a:pt x="21016" y="0"/>
                </a:moveTo>
                <a:cubicBezTo>
                  <a:pt x="21016" y="0"/>
                  <a:pt x="13076" y="1665"/>
                  <a:pt x="10033" y="5720"/>
                </a:cubicBezTo>
                <a:cubicBezTo>
                  <a:pt x="6991" y="9775"/>
                  <a:pt x="9992" y="14676"/>
                  <a:pt x="9992" y="14676"/>
                </a:cubicBezTo>
                <a:cubicBezTo>
                  <a:pt x="9992" y="14676"/>
                  <a:pt x="15513" y="16226"/>
                  <a:pt x="18557" y="12175"/>
                </a:cubicBezTo>
                <a:cubicBezTo>
                  <a:pt x="21600" y="8123"/>
                  <a:pt x="21016" y="0"/>
                  <a:pt x="21016" y="0"/>
                </a:cubicBezTo>
                <a:close/>
                <a:moveTo>
                  <a:pt x="4385" y="10816"/>
                </a:moveTo>
                <a:cubicBezTo>
                  <a:pt x="2245" y="10758"/>
                  <a:pt x="0" y="11508"/>
                  <a:pt x="0" y="11508"/>
                </a:cubicBezTo>
                <a:cubicBezTo>
                  <a:pt x="0" y="11508"/>
                  <a:pt x="1843" y="15299"/>
                  <a:pt x="4257" y="16319"/>
                </a:cubicBezTo>
                <a:cubicBezTo>
                  <a:pt x="6207" y="17143"/>
                  <a:pt x="7933" y="15908"/>
                  <a:pt x="8524" y="15404"/>
                </a:cubicBezTo>
                <a:lnTo>
                  <a:pt x="2629" y="12634"/>
                </a:lnTo>
                <a:lnTo>
                  <a:pt x="8734" y="14939"/>
                </a:lnTo>
                <a:cubicBezTo>
                  <a:pt x="8686" y="14185"/>
                  <a:pt x="8378" y="12037"/>
                  <a:pt x="6403" y="11203"/>
                </a:cubicBezTo>
                <a:cubicBezTo>
                  <a:pt x="5799" y="10948"/>
                  <a:pt x="5098" y="10835"/>
                  <a:pt x="4385" y="10816"/>
                </a:cubicBezTo>
                <a:close/>
                <a:moveTo>
                  <a:pt x="9515" y="15936"/>
                </a:moveTo>
                <a:cubicBezTo>
                  <a:pt x="9515" y="15936"/>
                  <a:pt x="6279" y="17665"/>
                  <a:pt x="6644" y="20887"/>
                </a:cubicBezTo>
                <a:cubicBezTo>
                  <a:pt x="6672" y="21128"/>
                  <a:pt x="6721" y="21365"/>
                  <a:pt x="6783" y="21600"/>
                </a:cubicBezTo>
                <a:lnTo>
                  <a:pt x="13391" y="21600"/>
                </a:lnTo>
                <a:cubicBezTo>
                  <a:pt x="13467" y="21105"/>
                  <a:pt x="13478" y="20600"/>
                  <a:pt x="13427" y="20101"/>
                </a:cubicBezTo>
                <a:cubicBezTo>
                  <a:pt x="13059" y="16877"/>
                  <a:pt x="9515" y="15936"/>
                  <a:pt x="9515" y="15936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F61E57-1CB2-0AF5-A31E-6F81A59D3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844" y="1"/>
            <a:ext cx="1250156" cy="945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ctrTitle" idx="4294967295"/>
          </p:nvPr>
        </p:nvSpPr>
        <p:spPr>
          <a:xfrm>
            <a:off x="76209" y="108744"/>
            <a:ext cx="4391025" cy="8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bg1"/>
                </a:solidFill>
              </a:rPr>
              <a:t>Meet Our Team</a:t>
            </a:r>
            <a:endParaRPr sz="4800" b="1" dirty="0">
              <a:solidFill>
                <a:schemeClr val="bg1"/>
              </a:solidFill>
            </a:endParaRPr>
          </a:p>
        </p:txBody>
      </p:sp>
      <p:sp>
        <p:nvSpPr>
          <p:cNvPr id="134" name="Google Shape;134;p17"/>
          <p:cNvSpPr/>
          <p:nvPr/>
        </p:nvSpPr>
        <p:spPr>
          <a:xfrm rot="1553879">
            <a:off x="6337783" y="3906779"/>
            <a:ext cx="1651751" cy="1002497"/>
          </a:xfrm>
          <a:custGeom>
            <a:avLst/>
            <a:gdLst/>
            <a:ahLst/>
            <a:cxnLst/>
            <a:rect l="l" t="t" r="r" b="b"/>
            <a:pathLst>
              <a:path w="15412" h="9354" extrusionOk="0">
                <a:moveTo>
                  <a:pt x="6224" y="1"/>
                </a:moveTo>
                <a:lnTo>
                  <a:pt x="5800" y="19"/>
                </a:lnTo>
                <a:lnTo>
                  <a:pt x="5377" y="75"/>
                </a:lnTo>
                <a:lnTo>
                  <a:pt x="4972" y="148"/>
                </a:lnTo>
                <a:lnTo>
                  <a:pt x="4659" y="240"/>
                </a:lnTo>
                <a:lnTo>
                  <a:pt x="4346" y="332"/>
                </a:lnTo>
                <a:lnTo>
                  <a:pt x="4051" y="424"/>
                </a:lnTo>
                <a:lnTo>
                  <a:pt x="3775" y="553"/>
                </a:lnTo>
                <a:lnTo>
                  <a:pt x="3517" y="682"/>
                </a:lnTo>
                <a:lnTo>
                  <a:pt x="3260" y="829"/>
                </a:lnTo>
                <a:lnTo>
                  <a:pt x="3020" y="977"/>
                </a:lnTo>
                <a:lnTo>
                  <a:pt x="2781" y="1142"/>
                </a:lnTo>
                <a:lnTo>
                  <a:pt x="2560" y="1308"/>
                </a:lnTo>
                <a:lnTo>
                  <a:pt x="2357" y="1474"/>
                </a:lnTo>
                <a:lnTo>
                  <a:pt x="2155" y="1658"/>
                </a:lnTo>
                <a:lnTo>
                  <a:pt x="1971" y="1842"/>
                </a:lnTo>
                <a:lnTo>
                  <a:pt x="1621" y="2247"/>
                </a:lnTo>
                <a:lnTo>
                  <a:pt x="1308" y="2652"/>
                </a:lnTo>
                <a:lnTo>
                  <a:pt x="1050" y="3057"/>
                </a:lnTo>
                <a:lnTo>
                  <a:pt x="811" y="3462"/>
                </a:lnTo>
                <a:lnTo>
                  <a:pt x="608" y="3867"/>
                </a:lnTo>
                <a:lnTo>
                  <a:pt x="424" y="4254"/>
                </a:lnTo>
                <a:lnTo>
                  <a:pt x="295" y="4622"/>
                </a:lnTo>
                <a:lnTo>
                  <a:pt x="166" y="4954"/>
                </a:lnTo>
                <a:lnTo>
                  <a:pt x="1" y="5524"/>
                </a:lnTo>
                <a:lnTo>
                  <a:pt x="10735" y="3628"/>
                </a:lnTo>
                <a:lnTo>
                  <a:pt x="10735" y="3628"/>
                </a:lnTo>
                <a:lnTo>
                  <a:pt x="166" y="6353"/>
                </a:lnTo>
                <a:lnTo>
                  <a:pt x="535" y="6795"/>
                </a:lnTo>
                <a:lnTo>
                  <a:pt x="792" y="7053"/>
                </a:lnTo>
                <a:lnTo>
                  <a:pt x="1069" y="7329"/>
                </a:lnTo>
                <a:lnTo>
                  <a:pt x="1382" y="7605"/>
                </a:lnTo>
                <a:lnTo>
                  <a:pt x="1731" y="7899"/>
                </a:lnTo>
                <a:lnTo>
                  <a:pt x="2118" y="8176"/>
                </a:lnTo>
                <a:lnTo>
                  <a:pt x="2542" y="8433"/>
                </a:lnTo>
                <a:lnTo>
                  <a:pt x="2983" y="8691"/>
                </a:lnTo>
                <a:lnTo>
                  <a:pt x="3462" y="8894"/>
                </a:lnTo>
                <a:lnTo>
                  <a:pt x="3720" y="9004"/>
                </a:lnTo>
                <a:lnTo>
                  <a:pt x="3978" y="9078"/>
                </a:lnTo>
                <a:lnTo>
                  <a:pt x="4235" y="9151"/>
                </a:lnTo>
                <a:lnTo>
                  <a:pt x="4512" y="9225"/>
                </a:lnTo>
                <a:lnTo>
                  <a:pt x="4806" y="9280"/>
                </a:lnTo>
                <a:lnTo>
                  <a:pt x="5082" y="9317"/>
                </a:lnTo>
                <a:lnTo>
                  <a:pt x="5377" y="9336"/>
                </a:lnTo>
                <a:lnTo>
                  <a:pt x="5672" y="9354"/>
                </a:lnTo>
                <a:lnTo>
                  <a:pt x="5985" y="9336"/>
                </a:lnTo>
                <a:lnTo>
                  <a:pt x="6298" y="9317"/>
                </a:lnTo>
                <a:lnTo>
                  <a:pt x="6611" y="9280"/>
                </a:lnTo>
                <a:lnTo>
                  <a:pt x="6942" y="9207"/>
                </a:lnTo>
                <a:lnTo>
                  <a:pt x="7347" y="9115"/>
                </a:lnTo>
                <a:lnTo>
                  <a:pt x="7752" y="8986"/>
                </a:lnTo>
                <a:lnTo>
                  <a:pt x="8139" y="8838"/>
                </a:lnTo>
                <a:lnTo>
                  <a:pt x="8544" y="8654"/>
                </a:lnTo>
                <a:lnTo>
                  <a:pt x="8930" y="8470"/>
                </a:lnTo>
                <a:lnTo>
                  <a:pt x="9317" y="8249"/>
                </a:lnTo>
                <a:lnTo>
                  <a:pt x="9704" y="8028"/>
                </a:lnTo>
                <a:lnTo>
                  <a:pt x="10072" y="7789"/>
                </a:lnTo>
                <a:lnTo>
                  <a:pt x="10440" y="7531"/>
                </a:lnTo>
                <a:lnTo>
                  <a:pt x="10808" y="7273"/>
                </a:lnTo>
                <a:lnTo>
                  <a:pt x="11158" y="6997"/>
                </a:lnTo>
                <a:lnTo>
                  <a:pt x="11508" y="6721"/>
                </a:lnTo>
                <a:lnTo>
                  <a:pt x="12171" y="6150"/>
                </a:lnTo>
                <a:lnTo>
                  <a:pt x="12797" y="5561"/>
                </a:lnTo>
                <a:lnTo>
                  <a:pt x="13349" y="5009"/>
                </a:lnTo>
                <a:lnTo>
                  <a:pt x="13865" y="4456"/>
                </a:lnTo>
                <a:lnTo>
                  <a:pt x="14325" y="3959"/>
                </a:lnTo>
                <a:lnTo>
                  <a:pt x="14693" y="3517"/>
                </a:lnTo>
                <a:lnTo>
                  <a:pt x="15227" y="2873"/>
                </a:lnTo>
                <a:lnTo>
                  <a:pt x="15411" y="2615"/>
                </a:lnTo>
                <a:lnTo>
                  <a:pt x="15154" y="2486"/>
                </a:lnTo>
                <a:lnTo>
                  <a:pt x="14399" y="2100"/>
                </a:lnTo>
                <a:lnTo>
                  <a:pt x="13865" y="1860"/>
                </a:lnTo>
                <a:lnTo>
                  <a:pt x="13239" y="1603"/>
                </a:lnTo>
                <a:lnTo>
                  <a:pt x="12558" y="1327"/>
                </a:lnTo>
                <a:lnTo>
                  <a:pt x="11803" y="1032"/>
                </a:lnTo>
                <a:lnTo>
                  <a:pt x="11011" y="774"/>
                </a:lnTo>
                <a:lnTo>
                  <a:pt x="10164" y="535"/>
                </a:lnTo>
                <a:lnTo>
                  <a:pt x="9741" y="406"/>
                </a:lnTo>
                <a:lnTo>
                  <a:pt x="9299" y="314"/>
                </a:lnTo>
                <a:lnTo>
                  <a:pt x="8857" y="222"/>
                </a:lnTo>
                <a:lnTo>
                  <a:pt x="8415" y="148"/>
                </a:lnTo>
                <a:lnTo>
                  <a:pt x="7973" y="75"/>
                </a:lnTo>
                <a:lnTo>
                  <a:pt x="7531" y="38"/>
                </a:lnTo>
                <a:lnTo>
                  <a:pt x="708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 rot="-7428817">
            <a:off x="7606849" y="3029768"/>
            <a:ext cx="640974" cy="998333"/>
          </a:xfrm>
          <a:custGeom>
            <a:avLst/>
            <a:gdLst/>
            <a:ahLst/>
            <a:cxnLst/>
            <a:rect l="l" t="t" r="r" b="b"/>
            <a:pathLst>
              <a:path w="6004" h="8967" extrusionOk="0">
                <a:moveTo>
                  <a:pt x="4383" y="0"/>
                </a:moveTo>
                <a:lnTo>
                  <a:pt x="4015" y="19"/>
                </a:lnTo>
                <a:lnTo>
                  <a:pt x="3757" y="56"/>
                </a:lnTo>
                <a:lnTo>
                  <a:pt x="3481" y="93"/>
                </a:lnTo>
                <a:lnTo>
                  <a:pt x="3168" y="166"/>
                </a:lnTo>
                <a:lnTo>
                  <a:pt x="2836" y="258"/>
                </a:lnTo>
                <a:lnTo>
                  <a:pt x="2486" y="387"/>
                </a:lnTo>
                <a:lnTo>
                  <a:pt x="2137" y="534"/>
                </a:lnTo>
                <a:lnTo>
                  <a:pt x="1787" y="737"/>
                </a:lnTo>
                <a:lnTo>
                  <a:pt x="1621" y="847"/>
                </a:lnTo>
                <a:lnTo>
                  <a:pt x="1455" y="958"/>
                </a:lnTo>
                <a:lnTo>
                  <a:pt x="1290" y="1087"/>
                </a:lnTo>
                <a:lnTo>
                  <a:pt x="1142" y="1234"/>
                </a:lnTo>
                <a:lnTo>
                  <a:pt x="995" y="1400"/>
                </a:lnTo>
                <a:lnTo>
                  <a:pt x="848" y="1565"/>
                </a:lnTo>
                <a:lnTo>
                  <a:pt x="719" y="1750"/>
                </a:lnTo>
                <a:lnTo>
                  <a:pt x="590" y="1934"/>
                </a:lnTo>
                <a:lnTo>
                  <a:pt x="480" y="2155"/>
                </a:lnTo>
                <a:lnTo>
                  <a:pt x="369" y="2376"/>
                </a:lnTo>
                <a:lnTo>
                  <a:pt x="277" y="2615"/>
                </a:lnTo>
                <a:lnTo>
                  <a:pt x="203" y="2854"/>
                </a:lnTo>
                <a:lnTo>
                  <a:pt x="148" y="3112"/>
                </a:lnTo>
                <a:lnTo>
                  <a:pt x="93" y="3370"/>
                </a:lnTo>
                <a:lnTo>
                  <a:pt x="56" y="3628"/>
                </a:lnTo>
                <a:lnTo>
                  <a:pt x="19" y="3904"/>
                </a:lnTo>
                <a:lnTo>
                  <a:pt x="1" y="4456"/>
                </a:lnTo>
                <a:lnTo>
                  <a:pt x="1" y="5008"/>
                </a:lnTo>
                <a:lnTo>
                  <a:pt x="38" y="5542"/>
                </a:lnTo>
                <a:lnTo>
                  <a:pt x="93" y="6076"/>
                </a:lnTo>
                <a:lnTo>
                  <a:pt x="185" y="6592"/>
                </a:lnTo>
                <a:lnTo>
                  <a:pt x="277" y="7089"/>
                </a:lnTo>
                <a:lnTo>
                  <a:pt x="369" y="7531"/>
                </a:lnTo>
                <a:lnTo>
                  <a:pt x="553" y="8286"/>
                </a:lnTo>
                <a:lnTo>
                  <a:pt x="701" y="8783"/>
                </a:lnTo>
                <a:lnTo>
                  <a:pt x="756" y="8967"/>
                </a:lnTo>
                <a:lnTo>
                  <a:pt x="940" y="8875"/>
                </a:lnTo>
                <a:lnTo>
                  <a:pt x="1400" y="8636"/>
                </a:lnTo>
                <a:lnTo>
                  <a:pt x="2063" y="8249"/>
                </a:lnTo>
                <a:lnTo>
                  <a:pt x="2450" y="7991"/>
                </a:lnTo>
                <a:lnTo>
                  <a:pt x="2855" y="7715"/>
                </a:lnTo>
                <a:lnTo>
                  <a:pt x="3278" y="7420"/>
                </a:lnTo>
                <a:lnTo>
                  <a:pt x="3702" y="7089"/>
                </a:lnTo>
                <a:lnTo>
                  <a:pt x="4125" y="6721"/>
                </a:lnTo>
                <a:lnTo>
                  <a:pt x="4512" y="6334"/>
                </a:lnTo>
                <a:lnTo>
                  <a:pt x="4880" y="5947"/>
                </a:lnTo>
                <a:lnTo>
                  <a:pt x="5064" y="5727"/>
                </a:lnTo>
                <a:lnTo>
                  <a:pt x="5211" y="5524"/>
                </a:lnTo>
                <a:lnTo>
                  <a:pt x="5359" y="5303"/>
                </a:lnTo>
                <a:lnTo>
                  <a:pt x="5506" y="5082"/>
                </a:lnTo>
                <a:lnTo>
                  <a:pt x="5616" y="4843"/>
                </a:lnTo>
                <a:lnTo>
                  <a:pt x="5727" y="4622"/>
                </a:lnTo>
                <a:lnTo>
                  <a:pt x="5819" y="4382"/>
                </a:lnTo>
                <a:lnTo>
                  <a:pt x="5893" y="4162"/>
                </a:lnTo>
                <a:lnTo>
                  <a:pt x="5929" y="3941"/>
                </a:lnTo>
                <a:lnTo>
                  <a:pt x="5966" y="3701"/>
                </a:lnTo>
                <a:lnTo>
                  <a:pt x="6003" y="3499"/>
                </a:lnTo>
                <a:lnTo>
                  <a:pt x="6003" y="3278"/>
                </a:lnTo>
                <a:lnTo>
                  <a:pt x="6003" y="3057"/>
                </a:lnTo>
                <a:lnTo>
                  <a:pt x="5985" y="2854"/>
                </a:lnTo>
                <a:lnTo>
                  <a:pt x="5948" y="2652"/>
                </a:lnTo>
                <a:lnTo>
                  <a:pt x="5911" y="2449"/>
                </a:lnTo>
                <a:lnTo>
                  <a:pt x="5801" y="2063"/>
                </a:lnTo>
                <a:lnTo>
                  <a:pt x="5672" y="1713"/>
                </a:lnTo>
                <a:lnTo>
                  <a:pt x="5506" y="1381"/>
                </a:lnTo>
                <a:lnTo>
                  <a:pt x="5340" y="1087"/>
                </a:lnTo>
                <a:lnTo>
                  <a:pt x="5175" y="811"/>
                </a:lnTo>
                <a:lnTo>
                  <a:pt x="5009" y="571"/>
                </a:lnTo>
                <a:lnTo>
                  <a:pt x="4843" y="369"/>
                </a:lnTo>
                <a:lnTo>
                  <a:pt x="4604" y="93"/>
                </a:lnTo>
                <a:lnTo>
                  <a:pt x="4512" y="0"/>
                </a:lnTo>
                <a:close/>
              </a:path>
            </a:pathLst>
          </a:custGeom>
          <a:solidFill>
            <a:srgbClr val="51B1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1D062-A36E-8493-6F12-74FFE01A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21" y="1164431"/>
            <a:ext cx="1660766" cy="1379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92A302-40A9-801A-E7B3-4BB396ECE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59" y="1171017"/>
            <a:ext cx="1660766" cy="1372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0C6BA4-7026-86DC-8117-CAD8DD123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883" y="1171017"/>
            <a:ext cx="1517393" cy="1372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AF6638-0689-E3A5-8C72-AA6D305E2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0672" y="1171017"/>
            <a:ext cx="1392970" cy="1372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A438D6-EE7D-85AA-ED4E-0D29CEE028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3874" y="1155659"/>
            <a:ext cx="1392970" cy="13795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EF4AAD-28DB-0DB0-4C93-CD620C1D85DA}"/>
              </a:ext>
            </a:extLst>
          </p:cNvPr>
          <p:cNvSpPr txBox="1"/>
          <p:nvPr/>
        </p:nvSpPr>
        <p:spPr>
          <a:xfrm>
            <a:off x="477540" y="2599532"/>
            <a:ext cx="1406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MANISH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8471CC-5B61-4D90-AEA5-70BDFD62385A}"/>
              </a:ext>
            </a:extLst>
          </p:cNvPr>
          <p:cNvSpPr txBox="1"/>
          <p:nvPr/>
        </p:nvSpPr>
        <p:spPr>
          <a:xfrm>
            <a:off x="2337296" y="2602608"/>
            <a:ext cx="1406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SALONI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E1DA83-65AC-012F-6B04-BDD76A9E9BA6}"/>
              </a:ext>
            </a:extLst>
          </p:cNvPr>
          <p:cNvSpPr txBox="1"/>
          <p:nvPr/>
        </p:nvSpPr>
        <p:spPr>
          <a:xfrm>
            <a:off x="4303472" y="2595464"/>
            <a:ext cx="1406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PRIYANKA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3804B8-DF24-A5EA-EB2F-D6A006E36D85}"/>
              </a:ext>
            </a:extLst>
          </p:cNvPr>
          <p:cNvSpPr txBox="1"/>
          <p:nvPr/>
        </p:nvSpPr>
        <p:spPr>
          <a:xfrm>
            <a:off x="5927449" y="2610533"/>
            <a:ext cx="1406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SANKAR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6C1E9F-085F-6A84-7E5D-66A5C8E27B29}"/>
              </a:ext>
            </a:extLst>
          </p:cNvPr>
          <p:cNvSpPr txBox="1"/>
          <p:nvPr/>
        </p:nvSpPr>
        <p:spPr>
          <a:xfrm>
            <a:off x="7737196" y="2585479"/>
            <a:ext cx="1406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SACHIN</a:t>
            </a:r>
          </a:p>
        </p:txBody>
      </p:sp>
      <p:sp>
        <p:nvSpPr>
          <p:cNvPr id="2" name="Google Shape;141;p18">
            <a:extLst>
              <a:ext uri="{FF2B5EF4-FFF2-40B4-BE49-F238E27FC236}">
                <a16:creationId xmlns:a16="http://schemas.microsoft.com/office/drawing/2014/main" id="{15B43EDE-F3EE-4864-E7E6-7CA6D2EFE14B}"/>
              </a:ext>
            </a:extLst>
          </p:cNvPr>
          <p:cNvSpPr txBox="1">
            <a:spLocks/>
          </p:cNvSpPr>
          <p:nvPr/>
        </p:nvSpPr>
        <p:spPr>
          <a:xfrm>
            <a:off x="54859" y="3226426"/>
            <a:ext cx="6884500" cy="648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400" b="1" i="1" dirty="0">
                <a:solidFill>
                  <a:schemeClr val="bg2">
                    <a:lumMod val="50000"/>
                  </a:schemeClr>
                </a:solidFill>
                <a:latin typeface="Dosis Light"/>
                <a:sym typeface="Dosis Light"/>
              </a:rPr>
              <a:t>AI Phalanx: Empowering Decisions for a Sustainable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35F7-542C-C59E-36D0-E2C118CE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82BD-937D-13B9-D919-4F398BBDD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500" y="0"/>
            <a:ext cx="4864800" cy="690900"/>
          </a:xfrm>
        </p:spPr>
        <p:txBody>
          <a:bodyPr/>
          <a:lstStyle/>
          <a:p>
            <a:r>
              <a:rPr lang="en-IN" b="1" dirty="0"/>
              <a:t>API INNOVATION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E5952-FDB7-0E67-8591-F7AD057FB3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D61C39-F7C6-CC00-9FCF-B636FBC3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2686" y="636120"/>
            <a:ext cx="5889042" cy="3024000"/>
          </a:xfrm>
        </p:spPr>
        <p:txBody>
          <a:bodyPr/>
          <a:lstStyle/>
          <a:p>
            <a:r>
              <a:rPr lang="en-US" dirty="0"/>
              <a:t>Importance of APIs in the Current AI World</a:t>
            </a:r>
          </a:p>
          <a:p>
            <a:pPr lvl="1"/>
            <a:r>
              <a:rPr lang="en-IN" sz="1400" dirty="0"/>
              <a:t>Seamless Integration</a:t>
            </a:r>
            <a:endParaRPr lang="en-US" sz="1400" dirty="0"/>
          </a:p>
          <a:p>
            <a:pPr lvl="1"/>
            <a:r>
              <a:rPr lang="en-IN" sz="1400" dirty="0"/>
              <a:t>Scalability</a:t>
            </a:r>
            <a:endParaRPr lang="en-US" sz="1400" dirty="0"/>
          </a:p>
          <a:p>
            <a:pPr lvl="1"/>
            <a:r>
              <a:rPr lang="en-IN" sz="1400" dirty="0"/>
              <a:t>Real-Time Decision-Making</a:t>
            </a:r>
            <a:endParaRPr lang="en-US" sz="1400" dirty="0"/>
          </a:p>
          <a:p>
            <a:pPr lvl="1"/>
            <a:r>
              <a:rPr lang="en-IN" sz="1400" dirty="0"/>
              <a:t>Interoperability</a:t>
            </a:r>
            <a:endParaRPr lang="en-US" sz="1400" dirty="0"/>
          </a:p>
          <a:p>
            <a:r>
              <a:rPr lang="en-US" dirty="0"/>
              <a:t>Innovations to Bring to the Table</a:t>
            </a:r>
          </a:p>
          <a:p>
            <a:pPr lvl="1"/>
            <a:r>
              <a:rPr lang="en-IN" sz="1400" dirty="0"/>
              <a:t>Autonomous API Adaptation</a:t>
            </a:r>
            <a:endParaRPr lang="en-US" sz="1400" dirty="0"/>
          </a:p>
          <a:p>
            <a:pPr lvl="1"/>
            <a:r>
              <a:rPr lang="en-IN" sz="1400" dirty="0"/>
              <a:t>Sustainability-Focused APIs</a:t>
            </a:r>
            <a:endParaRPr lang="en-US" sz="1400" dirty="0"/>
          </a:p>
          <a:p>
            <a:pPr lvl="1"/>
            <a:r>
              <a:rPr lang="en-IN" sz="1400" dirty="0"/>
              <a:t>Customizable AI Pipelines</a:t>
            </a:r>
            <a:endParaRPr lang="en-US" sz="1400" dirty="0"/>
          </a:p>
          <a:p>
            <a:pPr lvl="1"/>
            <a:r>
              <a:rPr lang="en-IN" sz="1400" dirty="0"/>
              <a:t>Enhanced Explainability in APIs</a:t>
            </a:r>
          </a:p>
        </p:txBody>
      </p:sp>
    </p:spTree>
    <p:extLst>
      <p:ext uri="{BB962C8B-B14F-4D97-AF65-F5344CB8AC3E}">
        <p14:creationId xmlns:p14="http://schemas.microsoft.com/office/powerpoint/2010/main" val="275519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D0E0-85F0-F0E1-782D-D60A9369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500" y="0"/>
            <a:ext cx="4864800" cy="690900"/>
          </a:xfrm>
        </p:spPr>
        <p:txBody>
          <a:bodyPr/>
          <a:lstStyle/>
          <a:p>
            <a:r>
              <a:rPr lang="en-IN" b="1" dirty="0"/>
              <a:t>Climate Finance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09844-C3C8-1CF9-AED2-AA6C9587D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5328" y="690900"/>
            <a:ext cx="2361300" cy="1296396"/>
          </a:xfrm>
        </p:spPr>
        <p:txBody>
          <a:bodyPr/>
          <a:lstStyle/>
          <a:p>
            <a:r>
              <a:rPr lang="en-IN" sz="1000" dirty="0"/>
              <a:t>Why it is important 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Funds efforts to address climate challenges.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emissions and aids climate adaptation.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sustainable development. </a:t>
            </a:r>
          </a:p>
          <a:p>
            <a:endParaRPr lang="en-IN" sz="1000" dirty="0"/>
          </a:p>
          <a:p>
            <a:endParaRPr lang="en-IN" sz="1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C7946-102F-D0B1-9093-85DC35A0D19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32694" y="690900"/>
            <a:ext cx="2107146" cy="1529364"/>
          </a:xfrm>
        </p:spPr>
        <p:txBody>
          <a:bodyPr/>
          <a:lstStyle/>
          <a:p>
            <a:r>
              <a:rPr lang="en-IN" sz="1000" dirty="0"/>
              <a:t>How Financial Industry will benefit: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manage risks and identify opportunities.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Aids in meeting regulations.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sustainable growth. </a:t>
            </a:r>
          </a:p>
          <a:p>
            <a:endParaRPr lang="en-IN" sz="1000" dirty="0"/>
          </a:p>
          <a:p>
            <a:endParaRPr lang="en-IN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4638B-0B39-771F-0207-6A24D9B6F2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69DFCF2-5204-088A-9384-9A4721708522}"/>
              </a:ext>
            </a:extLst>
          </p:cNvPr>
          <p:cNvSpPr txBox="1">
            <a:spLocks/>
          </p:cNvSpPr>
          <p:nvPr/>
        </p:nvSpPr>
        <p:spPr>
          <a:xfrm>
            <a:off x="6520842" y="690900"/>
            <a:ext cx="2168490" cy="1529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ntano Sans"/>
              <a:buChar char="⊷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ntano Sans"/>
              <a:buChar char="⊶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ntano Sans"/>
              <a:buChar char="⊸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●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○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■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●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○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■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000" dirty="0"/>
              <a:t>In recent years, the IMF has increasingly focused on how climate change affects global economic stability.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IMF promotes global economic cooperation and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the stability of the international monetary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financial assistance to countries in need.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A7491C-CA5E-914F-943A-FD7D09062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658820"/>
              </p:ext>
            </p:extLst>
          </p:nvPr>
        </p:nvGraphicFramePr>
        <p:xfrm>
          <a:off x="3783336" y="3660120"/>
          <a:ext cx="4557714" cy="792480"/>
        </p:xfrm>
        <a:graphic>
          <a:graphicData uri="http://schemas.openxmlformats.org/drawingml/2006/table">
            <a:tbl>
              <a:tblPr firstRow="1" bandRow="1">
                <a:tableStyleId>{A1CAE8EB-961F-469A-ABCB-A31FAC90FC6F}</a:tableStyleId>
              </a:tblPr>
              <a:tblGrid>
                <a:gridCol w="1519238">
                  <a:extLst>
                    <a:ext uri="{9D8B030D-6E8A-4147-A177-3AD203B41FA5}">
                      <a16:colId xmlns:a16="http://schemas.microsoft.com/office/drawing/2014/main" val="3329357854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1860694473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670078667"/>
                    </a:ext>
                  </a:extLst>
                </a:gridCol>
              </a:tblGrid>
              <a:tr h="338931">
                <a:tc>
                  <a:txBody>
                    <a:bodyPr/>
                    <a:lstStyle/>
                    <a:p>
                      <a:r>
                        <a:rPr lang="en-IN" sz="1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Pontano Sans"/>
                        </a:rPr>
                        <a:t>Greenhouse Gas (GHG) Emissions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Mitigation</a:t>
                      </a:r>
                      <a:endParaRPr lang="en-IN" sz="1000" b="0" i="0" u="none" strike="noStrike" cap="none" dirty="0">
                        <a:solidFill>
                          <a:schemeClr val="dk1"/>
                        </a:solidFill>
                        <a:latin typeface="Pontano Sans"/>
                        <a:sym typeface="Pontano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Adaptation</a:t>
                      </a:r>
                      <a:endParaRPr lang="en-IN" sz="1000" b="0" i="0" u="none" strike="noStrike" cap="none" dirty="0">
                        <a:solidFill>
                          <a:schemeClr val="dk1"/>
                        </a:solidFill>
                        <a:latin typeface="Pontano Sans"/>
                        <a:sym typeface="Pontano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02438"/>
                  </a:ext>
                </a:extLst>
              </a:tr>
              <a:tr h="338931">
                <a:tc>
                  <a:txBody>
                    <a:bodyPr/>
                    <a:lstStyle/>
                    <a:p>
                      <a:r>
                        <a:rPr lang="en-US" sz="1000" dirty="0"/>
                        <a:t>Transition to a Low-Carbon Economy</a:t>
                      </a:r>
                      <a:endParaRPr lang="en-IN" sz="1000" b="0" i="0" u="none" strike="noStrike" cap="none" dirty="0">
                        <a:solidFill>
                          <a:schemeClr val="dk1"/>
                        </a:solidFill>
                        <a:latin typeface="Pontano Sans"/>
                        <a:sym typeface="Pontano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. Climate Finance</a:t>
                      </a:r>
                      <a:endParaRPr lang="en-IN" sz="1000" b="0" i="0" u="none" strike="noStrike" cap="none" dirty="0">
                        <a:solidFill>
                          <a:schemeClr val="dk1"/>
                        </a:solidFill>
                        <a:latin typeface="Pontano Sans"/>
                        <a:sym typeface="Pontano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Climate and Weather</a:t>
                      </a:r>
                      <a:endParaRPr lang="en-IN" sz="1000" b="0" i="0" u="none" strike="noStrike" cap="none" dirty="0">
                        <a:solidFill>
                          <a:schemeClr val="dk1"/>
                        </a:solidFill>
                        <a:latin typeface="Pontano Sans"/>
                        <a:sym typeface="Pontano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494626"/>
                  </a:ext>
                </a:extLst>
              </a:tr>
            </a:tbl>
          </a:graphicData>
        </a:graphic>
      </p:graphicFrame>
      <p:sp>
        <p:nvSpPr>
          <p:cNvPr id="16" name="Google Shape;116;p15">
            <a:extLst>
              <a:ext uri="{FF2B5EF4-FFF2-40B4-BE49-F238E27FC236}">
                <a16:creationId xmlns:a16="http://schemas.microsoft.com/office/drawing/2014/main" id="{177B6A51-FC6D-E7AE-915E-A4975136C04B}"/>
              </a:ext>
            </a:extLst>
          </p:cNvPr>
          <p:cNvSpPr txBox="1">
            <a:spLocks/>
          </p:cNvSpPr>
          <p:nvPr/>
        </p:nvSpPr>
        <p:spPr>
          <a:xfrm>
            <a:off x="3530373" y="2500778"/>
            <a:ext cx="5424651" cy="131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ntano Sans"/>
              <a:buChar char="⊷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ntano Sans"/>
              <a:buChar char="⊶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ntano Sans"/>
              <a:buChar char="⊸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●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○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■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●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○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ntano Sans"/>
              <a:buChar char="■"/>
              <a:defRPr sz="1800" b="0" i="0" u="none" strike="noStrike" cap="none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/>
              <a:t>The IMF, in collaboration with other international organizations, has developed a set of indicators that help track and measure how economic activities are affecting climate change. These indicators are grouped into six key categories to provide a comprehensive understanding of the connection between the economy and climate. Here's an easy-to-understand breakdown of these categories:</a:t>
            </a:r>
            <a:endParaRPr lang="en-US" sz="1000" dirty="0">
              <a:solidFill>
                <a:srgbClr val="484F56"/>
              </a:solidFill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5594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>
            <a:spLocks noGrp="1"/>
          </p:cNvSpPr>
          <p:nvPr>
            <p:ph type="ctrTitle"/>
          </p:nvPr>
        </p:nvSpPr>
        <p:spPr>
          <a:xfrm>
            <a:off x="4882815" y="1170817"/>
            <a:ext cx="4132598" cy="32583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br>
              <a:rPr lang="en-US" sz="10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Our Goal is to develop and website and API schema which will allow us to achieve below key metrics.</a:t>
            </a:r>
            <a:br>
              <a:rPr lang="en-US" sz="1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1. Tracking Progress Key Indicators: Develop metrics that measure emissions reductions, renewable energy adoption, and climate adaptation investments. </a:t>
            </a:r>
            <a:br>
              <a:rPr lang="en-US" sz="1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2. Data Integration: Combine IMF Climate Finance Data from website and create a proper data model for a holistic view. </a:t>
            </a:r>
            <a:br>
              <a:rPr lang="en-US" sz="1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3. Define the API Schema as per Open AI standard.</a:t>
            </a:r>
            <a:br>
              <a:rPr lang="en-US" sz="1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Visualization Tools: Build dashboards to showcase progress in real-time, tailored for policymakers and the public.</a:t>
            </a:r>
            <a:br>
              <a:rPr lang="en-US" sz="1400" dirty="0">
                <a:solidFill>
                  <a:schemeClr val="accent2">
                    <a:lumMod val="50000"/>
                  </a:schemeClr>
                </a:solidFill>
              </a:rPr>
            </a:br>
            <a:br>
              <a:rPr lang="en-US" sz="1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Risk : There is no correct and structure data. Data preparation will take significant time. </a:t>
            </a:r>
          </a:p>
        </p:txBody>
      </p:sp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l="8436" r="8444"/>
          <a:stretch/>
        </p:blipFill>
        <p:spPr>
          <a:xfrm>
            <a:off x="2125100" y="448629"/>
            <a:ext cx="2708355" cy="3258307"/>
          </a:xfrm>
          <a:custGeom>
            <a:avLst/>
            <a:gdLst/>
            <a:ahLst/>
            <a:cxnLst/>
            <a:rect l="l" t="t" r="r" b="b"/>
            <a:pathLst>
              <a:path w="18313" h="19923" extrusionOk="0">
                <a:moveTo>
                  <a:pt x="18244" y="0"/>
                </a:moveTo>
                <a:cubicBezTo>
                  <a:pt x="18244" y="0"/>
                  <a:pt x="6512" y="2215"/>
                  <a:pt x="2014" y="7612"/>
                </a:cubicBezTo>
                <a:cubicBezTo>
                  <a:pt x="-2484" y="13005"/>
                  <a:pt x="1955" y="19534"/>
                  <a:pt x="1955" y="19534"/>
                </a:cubicBezTo>
                <a:cubicBezTo>
                  <a:pt x="1955" y="19534"/>
                  <a:pt x="10120" y="21600"/>
                  <a:pt x="14618" y="16208"/>
                </a:cubicBezTo>
                <a:cubicBezTo>
                  <a:pt x="19116" y="10816"/>
                  <a:pt x="18244" y="0"/>
                  <a:pt x="1824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Google Shape;114;p15">
            <a:extLst>
              <a:ext uri="{FF2B5EF4-FFF2-40B4-BE49-F238E27FC236}">
                <a16:creationId xmlns:a16="http://schemas.microsoft.com/office/drawing/2014/main" id="{01CDDC5D-21D3-4D3C-AD81-6DEF48025C39}"/>
              </a:ext>
            </a:extLst>
          </p:cNvPr>
          <p:cNvSpPr txBox="1">
            <a:spLocks/>
          </p:cNvSpPr>
          <p:nvPr/>
        </p:nvSpPr>
        <p:spPr>
          <a:xfrm>
            <a:off x="4964906" y="588425"/>
            <a:ext cx="3721894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Dosis Light"/>
              <a:buNone/>
              <a:defRPr sz="4000" b="0" i="0" u="none" strike="noStrike" cap="none">
                <a:solidFill>
                  <a:schemeClr val="lt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Hackathon Goal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08" name="Google Shape;508;p4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8620125" cy="4667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</a:rPr>
              <a:t>Lean Canvas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510" name="Google Shape;510;p44"/>
          <p:cNvSpPr txBox="1"/>
          <p:nvPr/>
        </p:nvSpPr>
        <p:spPr>
          <a:xfrm>
            <a:off x="1986120" y="467025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Key Delivarables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Data Simplification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API Schema definition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Website to show key metrics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Risks and Vulnerabilities Analysis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Insight Analytics using AI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1" name="Google Shape;511;p44"/>
          <p:cNvSpPr txBox="1"/>
          <p:nvPr/>
        </p:nvSpPr>
        <p:spPr>
          <a:xfrm>
            <a:off x="1986120" y="2061694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Key Resources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IMF: </a:t>
            </a: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  <a:hlinkClick r:id="rId3"/>
              </a:rPr>
              <a:t>https://climatedata.imf.org/pages/climate-finance</a:t>
            </a:r>
            <a:endParaRPr lang="en-IN"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2" name="Google Shape;512;p44"/>
          <p:cNvSpPr txBox="1"/>
          <p:nvPr/>
        </p:nvSpPr>
        <p:spPr>
          <a:xfrm>
            <a:off x="3710040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Value Propositions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It will be an unique website with peroformant API which allow user to get the insight about current financial data and its indicator.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3" name="Google Shape;513;p44"/>
          <p:cNvSpPr txBox="1"/>
          <p:nvPr/>
        </p:nvSpPr>
        <p:spPr>
          <a:xfrm>
            <a:off x="5433959" y="467024"/>
            <a:ext cx="1723800" cy="318916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Tech Stack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Python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Open AI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Jupyter Lab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Data Gym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AI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5" name="Google Shape;515;p44"/>
          <p:cNvSpPr txBox="1"/>
          <p:nvPr/>
        </p:nvSpPr>
        <p:spPr>
          <a:xfrm>
            <a:off x="7157879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Customer Segments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Financial institute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Govermenmt Organisation</a:t>
            </a: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IMF Body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6" name="Google Shape;516;p44"/>
          <p:cNvSpPr txBox="1"/>
          <p:nvPr/>
        </p:nvSpPr>
        <p:spPr>
          <a:xfrm>
            <a:off x="262200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Problem Statement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1000" dirty="0">
                <a:sym typeface="Pontano Sans"/>
              </a:rPr>
              <a:t>By</a:t>
            </a:r>
            <a:r>
              <a:rPr lang="en-IN" sz="800" b="1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 </a:t>
            </a:r>
            <a:r>
              <a:rPr lang="en-US" sz="1000" dirty="0"/>
              <a:t>utilize the IMF’s Climate Finance Data to build APIs that integrate financial metrics related to climate mitigation and adaptation efforts. The indicators provide a foundation for creating tools that assess climate related risks, model financial flows for green projects, and guide sustainable decision-making in banking and investment</a:t>
            </a:r>
            <a:endParaRPr sz="800" b="1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7" name="Google Shape;517;p44"/>
          <p:cNvSpPr txBox="1"/>
          <p:nvPr/>
        </p:nvSpPr>
        <p:spPr>
          <a:xfrm>
            <a:off x="262200" y="3656363"/>
            <a:ext cx="4309800" cy="12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Cost Structure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Insert your content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8" name="Google Shape;518;p44"/>
          <p:cNvSpPr txBox="1"/>
          <p:nvPr/>
        </p:nvSpPr>
        <p:spPr>
          <a:xfrm>
            <a:off x="4571999" y="3656363"/>
            <a:ext cx="4309800" cy="12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Revenue Streams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Open to all </a:t>
            </a:r>
            <a:endParaRPr sz="900" b="1" dirty="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4279907" y="3732570"/>
            <a:ext cx="215901" cy="214638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6866281" y="543303"/>
            <a:ext cx="215257" cy="19323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1" name="Google Shape;521;p44"/>
          <p:cNvSpPr/>
          <p:nvPr/>
        </p:nvSpPr>
        <p:spPr>
          <a:xfrm>
            <a:off x="1702716" y="543215"/>
            <a:ext cx="207088" cy="207075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22" name="Google Shape;522;p44"/>
          <p:cNvSpPr/>
          <p:nvPr/>
        </p:nvSpPr>
        <p:spPr>
          <a:xfrm>
            <a:off x="8608585" y="543301"/>
            <a:ext cx="197012" cy="207706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523" name="Google Shape;523;p44"/>
          <p:cNvGrpSpPr/>
          <p:nvPr/>
        </p:nvGrpSpPr>
        <p:grpSpPr>
          <a:xfrm>
            <a:off x="8561977" y="3732397"/>
            <a:ext cx="233502" cy="171203"/>
            <a:chOff x="4610450" y="3703750"/>
            <a:chExt cx="453050" cy="332175"/>
          </a:xfrm>
        </p:grpSpPr>
        <p:sp>
          <p:nvSpPr>
            <p:cNvPr id="524" name="Google Shape;524;p44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5" name="Google Shape;525;p44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26" name="Google Shape;526;p44"/>
          <p:cNvSpPr/>
          <p:nvPr/>
        </p:nvSpPr>
        <p:spPr>
          <a:xfrm>
            <a:off x="3424268" y="543232"/>
            <a:ext cx="209587" cy="20960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527" name="Google Shape;527;p44"/>
          <p:cNvGrpSpPr/>
          <p:nvPr/>
        </p:nvGrpSpPr>
        <p:grpSpPr>
          <a:xfrm>
            <a:off x="5169556" y="543233"/>
            <a:ext cx="188198" cy="239803"/>
            <a:chOff x="1958100" y="4985350"/>
            <a:chExt cx="365150" cy="465275"/>
          </a:xfrm>
        </p:grpSpPr>
        <p:sp>
          <p:nvSpPr>
            <p:cNvPr id="528" name="Google Shape;528;p44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29" name="Google Shape;529;p44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0" name="Google Shape;530;p44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342459" y="2137720"/>
            <a:ext cx="283238" cy="257429"/>
            <a:chOff x="4562200" y="4968250"/>
            <a:chExt cx="549550" cy="499475"/>
          </a:xfrm>
        </p:grpSpPr>
        <p:sp>
          <p:nvSpPr>
            <p:cNvPr id="532" name="Google Shape;532;p44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3" name="Google Shape;533;p44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4" name="Google Shape;534;p44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5" name="Google Shape;535;p44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36" name="Google Shape;536;p44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7408-14E6-B0DE-E699-51EEFF3F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114" y="48075"/>
            <a:ext cx="6975813" cy="690900"/>
          </a:xfrm>
        </p:spPr>
        <p:txBody>
          <a:bodyPr/>
          <a:lstStyle/>
          <a:p>
            <a:r>
              <a:rPr lang="en-IN" sz="2400" dirty="0"/>
              <a:t>Architecture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94671-6844-0655-D368-0253A2563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BF211-5F44-E09E-9140-5C6F8D2C9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119" y="1042416"/>
            <a:ext cx="5008288" cy="350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0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205200" y="67525"/>
            <a:ext cx="4366800" cy="69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</a:t>
            </a:r>
            <a:endParaRPr dirty="0"/>
          </a:p>
        </p:txBody>
      </p:sp>
      <p:sp>
        <p:nvSpPr>
          <p:cNvPr id="150" name="Google Shape;150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3C25257-BFED-0FDC-BAAC-C1540D5CC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9" y="548640"/>
            <a:ext cx="4346667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D61F18-B537-EB40-0217-C2973ED1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11" y="134112"/>
            <a:ext cx="1662721" cy="41498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D313-292E-6242-9889-208316F0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6C761-CB87-E6E0-9919-B8DF5A63C4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6672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Milestone</a:t>
            </a:r>
            <a:endParaRPr dirty="0"/>
          </a:p>
        </p:txBody>
      </p:sp>
      <p:sp>
        <p:nvSpPr>
          <p:cNvPr id="549" name="Google Shape;549;p4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550" name="Google Shape;550;p45"/>
          <p:cNvGrpSpPr/>
          <p:nvPr/>
        </p:nvGrpSpPr>
        <p:grpSpPr>
          <a:xfrm>
            <a:off x="3758187" y="1820956"/>
            <a:ext cx="2865949" cy="2576544"/>
            <a:chOff x="3778727" y="4460423"/>
            <a:chExt cx="720160" cy="647438"/>
          </a:xfrm>
        </p:grpSpPr>
        <p:sp>
          <p:nvSpPr>
            <p:cNvPr id="551" name="Google Shape;551;p45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AI Analytics</a:t>
              </a:r>
              <a:endParaRPr sz="1200" b="1" i="0" u="none" strike="noStrike" cap="none" dirty="0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  <p:sp>
          <p:nvSpPr>
            <p:cNvPr id="552" name="Google Shape;552;p45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accent4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F</a:t>
              </a:r>
              <a:r>
                <a:rPr lang="en-IN" sz="1200" b="1" dirty="0" err="1">
                  <a:solidFill>
                    <a:schemeClr val="accent4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i</a:t>
              </a:r>
              <a:r>
                <a:rPr lang="en" sz="1200" b="1" dirty="0">
                  <a:solidFill>
                    <a:schemeClr val="accent4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nal Demo</a:t>
              </a:r>
              <a:endParaRPr sz="1200" b="1" i="0" u="none" strike="noStrike" cap="none" dirty="0">
                <a:solidFill>
                  <a:schemeClr val="accent4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  <p:sp>
          <p:nvSpPr>
            <p:cNvPr id="553" name="Google Shape;553;p45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Data Model</a:t>
              </a:r>
              <a:endParaRPr sz="1200" b="1" i="0" u="none" strike="noStrike" cap="none" dirty="0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  <p:sp>
          <p:nvSpPr>
            <p:cNvPr id="554" name="Google Shape;554;p45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API Schema</a:t>
              </a:r>
              <a:endParaRPr sz="1200" b="1" i="0" u="none" strike="noStrike" cap="none" dirty="0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  <p:sp>
          <p:nvSpPr>
            <p:cNvPr id="555" name="Google Shape;555;p45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IN" sz="1200" b="1" i="0" u="none" strike="noStrike" cap="none" dirty="0">
                  <a:solidFill>
                    <a:schemeClr val="lt1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Data Transformation</a:t>
              </a:r>
              <a:endParaRPr sz="1200" b="1" i="0" u="none" strike="noStrike" cap="none" dirty="0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  <p:sp>
          <p:nvSpPr>
            <p:cNvPr id="556" name="Google Shape;556;p45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Pontano Sans"/>
                  <a:ea typeface="Pontano Sans"/>
                  <a:cs typeface="Pontano Sans"/>
                  <a:sym typeface="Pontano Sans"/>
                </a:rPr>
                <a:t>Web Tool</a:t>
              </a:r>
              <a:endParaRPr sz="1200" b="1" i="0" u="none" strike="noStrike" cap="none" dirty="0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  <p:sp>
          <p:nvSpPr>
            <p:cNvPr id="557" name="Google Shape;557;p45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Pontano Sans"/>
                <a:ea typeface="Pontano Sans"/>
                <a:cs typeface="Pontano Sans"/>
                <a:sym typeface="Pontano Sans"/>
              </a:endParaRPr>
            </a:p>
          </p:txBody>
        </p:sp>
      </p:grpSp>
      <p:cxnSp>
        <p:nvCxnSpPr>
          <p:cNvPr id="558" name="Google Shape;558;p45"/>
          <p:cNvCxnSpPr/>
          <p:nvPr/>
        </p:nvCxnSpPr>
        <p:spPr>
          <a:xfrm>
            <a:off x="6560700" y="2247557"/>
            <a:ext cx="839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59" name="Google Shape;559;p45"/>
          <p:cNvSpPr txBox="1"/>
          <p:nvPr/>
        </p:nvSpPr>
        <p:spPr>
          <a:xfrm>
            <a:off x="7449104" y="2110900"/>
            <a:ext cx="14511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New Data Model from IMF Data</a:t>
            </a:r>
            <a:endParaRPr sz="1000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cxnSp>
        <p:nvCxnSpPr>
          <p:cNvPr id="560" name="Google Shape;560;p45"/>
          <p:cNvCxnSpPr/>
          <p:nvPr/>
        </p:nvCxnSpPr>
        <p:spPr>
          <a:xfrm>
            <a:off x="6437049" y="2630105"/>
            <a:ext cx="9633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61" name="Google Shape;561;p45"/>
          <p:cNvSpPr txBox="1"/>
          <p:nvPr/>
        </p:nvSpPr>
        <p:spPr>
          <a:xfrm>
            <a:off x="7449104" y="2493440"/>
            <a:ext cx="14511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Data Clean up using Python ETL</a:t>
            </a:r>
            <a:endParaRPr sz="1000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cxnSp>
        <p:nvCxnSpPr>
          <p:cNvPr id="562" name="Google Shape;562;p45"/>
          <p:cNvCxnSpPr/>
          <p:nvPr/>
        </p:nvCxnSpPr>
        <p:spPr>
          <a:xfrm>
            <a:off x="6261333" y="3012653"/>
            <a:ext cx="11388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63" name="Google Shape;563;p45"/>
          <p:cNvSpPr txBox="1"/>
          <p:nvPr/>
        </p:nvSpPr>
        <p:spPr>
          <a:xfrm>
            <a:off x="7449104" y="2875980"/>
            <a:ext cx="14511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API Schema Design as per Open AI standard</a:t>
            </a:r>
            <a:endParaRPr sz="1000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cxnSp>
        <p:nvCxnSpPr>
          <p:cNvPr id="564" name="Google Shape;564;p45"/>
          <p:cNvCxnSpPr/>
          <p:nvPr/>
        </p:nvCxnSpPr>
        <p:spPr>
          <a:xfrm>
            <a:off x="6111650" y="3395181"/>
            <a:ext cx="1288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65" name="Google Shape;565;p45"/>
          <p:cNvSpPr txBox="1"/>
          <p:nvPr/>
        </p:nvSpPr>
        <p:spPr>
          <a:xfrm>
            <a:off x="7449104" y="3258520"/>
            <a:ext cx="14511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A wesite to presnt these metrics</a:t>
            </a:r>
            <a:endParaRPr sz="1000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cxnSp>
        <p:nvCxnSpPr>
          <p:cNvPr id="566" name="Google Shape;566;p45"/>
          <p:cNvCxnSpPr/>
          <p:nvPr/>
        </p:nvCxnSpPr>
        <p:spPr>
          <a:xfrm>
            <a:off x="5948940" y="3777729"/>
            <a:ext cx="14511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67" name="Google Shape;567;p45"/>
          <p:cNvSpPr txBox="1"/>
          <p:nvPr/>
        </p:nvSpPr>
        <p:spPr>
          <a:xfrm>
            <a:off x="7449104" y="3641060"/>
            <a:ext cx="14511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Analytics </a:t>
            </a: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to showcase the insight</a:t>
            </a:r>
            <a:endParaRPr sz="1000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cxnSp>
        <p:nvCxnSpPr>
          <p:cNvPr id="568" name="Google Shape;568;p45"/>
          <p:cNvCxnSpPr/>
          <p:nvPr/>
        </p:nvCxnSpPr>
        <p:spPr>
          <a:xfrm>
            <a:off x="5779737" y="4160257"/>
            <a:ext cx="1613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69" name="Google Shape;569;p45"/>
          <p:cNvSpPr txBox="1"/>
          <p:nvPr/>
        </p:nvSpPr>
        <p:spPr>
          <a:xfrm>
            <a:off x="7449104" y="4023600"/>
            <a:ext cx="14511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Presentation on 13</a:t>
            </a:r>
            <a:r>
              <a:rPr lang="en" sz="1000" baseline="30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th</a:t>
            </a:r>
            <a:r>
              <a:rPr lang="en" sz="1000" dirty="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rPr>
              <a:t> Dec</a:t>
            </a:r>
            <a:endParaRPr sz="1000" dirty="0">
              <a:solidFill>
                <a:schemeClr val="dk2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pic>
        <p:nvPicPr>
          <p:cNvPr id="570" name="Google Shape;570;p45"/>
          <p:cNvPicPr preferRelativeResize="0"/>
          <p:nvPr/>
        </p:nvPicPr>
        <p:blipFill rotWithShape="1">
          <a:blip r:embed="rId3">
            <a:alphaModFix/>
          </a:blip>
          <a:srcRect l="25369" r="25369"/>
          <a:stretch/>
        </p:blipFill>
        <p:spPr>
          <a:xfrm rot="136920">
            <a:off x="505387" y="431573"/>
            <a:ext cx="1749477" cy="2663589"/>
          </a:xfrm>
          <a:custGeom>
            <a:avLst/>
            <a:gdLst/>
            <a:ahLst/>
            <a:cxnLst/>
            <a:rect l="l" t="t" r="r" b="b"/>
            <a:pathLst>
              <a:path w="17426" h="21367" extrusionOk="0">
                <a:moveTo>
                  <a:pt x="2010" y="0"/>
                </a:moveTo>
                <a:cubicBezTo>
                  <a:pt x="2010" y="0"/>
                  <a:pt x="-1914" y="9793"/>
                  <a:pt x="1203" y="15697"/>
                </a:cubicBezTo>
                <a:cubicBezTo>
                  <a:pt x="4320" y="21600"/>
                  <a:pt x="13293" y="21366"/>
                  <a:pt x="13293" y="21366"/>
                </a:cubicBezTo>
                <a:cubicBezTo>
                  <a:pt x="13293" y="21366"/>
                  <a:pt x="19686" y="16253"/>
                  <a:pt x="16569" y="10352"/>
                </a:cubicBezTo>
                <a:cubicBezTo>
                  <a:pt x="13452" y="4452"/>
                  <a:pt x="2010" y="0"/>
                  <a:pt x="201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FF4C-A52A-E576-0E37-3ACCC4B3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9" y="48075"/>
            <a:ext cx="4366800" cy="690900"/>
          </a:xfrm>
        </p:spPr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2FE21-2BB8-A139-73CD-229061065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176" y="572511"/>
            <a:ext cx="8067072" cy="1591569"/>
          </a:xfrm>
        </p:spPr>
        <p:txBody>
          <a:bodyPr/>
          <a:lstStyle/>
          <a:p>
            <a:r>
              <a:rPr lang="en-US" sz="1800" dirty="0"/>
              <a:t>1. Real-time data access: Provides current climate data to support immediate decision-making.</a:t>
            </a:r>
          </a:p>
          <a:p>
            <a:r>
              <a:rPr lang="en-US" sz="1800" dirty="0"/>
              <a:t>2. Climate-finance integration: Combines climate data with financial and economic models to assess risk.</a:t>
            </a:r>
          </a:p>
          <a:p>
            <a:r>
              <a:rPr lang="en-US" sz="1800" dirty="0"/>
              <a:t>3. Scalability: Enhances infrastructure to handle increasing volumes of climate-related data.</a:t>
            </a:r>
          </a:p>
          <a:p>
            <a:r>
              <a:rPr lang="en-US" sz="1800" dirty="0"/>
              <a:t>4. AI/ML analytics: Uses advanced methods to predict climate impacts and risks.</a:t>
            </a:r>
          </a:p>
          <a:p>
            <a:r>
              <a:rPr lang="en-US" sz="1800" dirty="0"/>
              <a:t>5. Automation tools: Streamlines data-driven decision-making.</a:t>
            </a:r>
          </a:p>
          <a:p>
            <a:r>
              <a:rPr lang="en-US" sz="1800" dirty="0"/>
              <a:t>6. Sustainability policies: Supports data-backed, climate-focused policy development.</a:t>
            </a:r>
          </a:p>
          <a:p>
            <a:r>
              <a:rPr lang="en-US" sz="1800" dirty="0"/>
              <a:t>7. Visualization: Tools to display complex data for easy analysis.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66885-F432-D73F-C7AC-915E6120A9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09A2DCA-2E7B-D165-E378-C2054CBCAA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077236"/>
              </p:ext>
            </p:extLst>
          </p:nvPr>
        </p:nvGraphicFramePr>
        <p:xfrm>
          <a:off x="8153391" y="425970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400" imgH="792417" progId="Word.Document.12">
                  <p:embed/>
                </p:oleObj>
              </mc:Choice>
              <mc:Fallback>
                <p:oleObj name="Document" showAsIcon="1" r:id="rId2" imgW="914400" imgH="7924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53391" y="425970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3448195"/>
      </p:ext>
    </p:extLst>
  </p:cSld>
  <p:clrMapOvr>
    <a:masterClrMapping/>
  </p:clrMapOvr>
</p:sld>
</file>

<file path=ppt/theme/theme1.xml><?xml version="1.0" encoding="utf-8"?>
<a:theme xmlns:a="http://schemas.openxmlformats.org/drawingml/2006/main" name="Solanio template">
  <a:themeElements>
    <a:clrScheme name="Custom 347">
      <a:dk1>
        <a:srgbClr val="484F56"/>
      </a:dk1>
      <a:lt1>
        <a:srgbClr val="FFFFFF"/>
      </a:lt1>
      <a:dk2>
        <a:srgbClr val="666666"/>
      </a:dk2>
      <a:lt2>
        <a:srgbClr val="EEF1F3"/>
      </a:lt2>
      <a:accent1>
        <a:srgbClr val="9BCF63"/>
      </a:accent1>
      <a:accent2>
        <a:srgbClr val="51B148"/>
      </a:accent2>
      <a:accent3>
        <a:srgbClr val="B8F567"/>
      </a:accent3>
      <a:accent4>
        <a:srgbClr val="484F56"/>
      </a:accent4>
      <a:accent5>
        <a:srgbClr val="89A8BF"/>
      </a:accent5>
      <a:accent6>
        <a:srgbClr val="E0E8EE"/>
      </a:accent6>
      <a:hlink>
        <a:srgbClr val="9BCF6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</TotalTime>
  <Words>651</Words>
  <Application>Microsoft Office PowerPoint</Application>
  <PresentationFormat>On-screen Show (16:9)</PresentationFormat>
  <Paragraphs>101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Dosis Light</vt:lpstr>
      <vt:lpstr>Pontano Sans</vt:lpstr>
      <vt:lpstr>Arial</vt:lpstr>
      <vt:lpstr>Calibri</vt:lpstr>
      <vt:lpstr>Solanio template</vt:lpstr>
      <vt:lpstr>Document</vt:lpstr>
      <vt:lpstr>AI PHALANX</vt:lpstr>
      <vt:lpstr>Meet Our Team</vt:lpstr>
      <vt:lpstr>API INNOVATION</vt:lpstr>
      <vt:lpstr>Climate Finance Data</vt:lpstr>
      <vt:lpstr> Our Goal is to develop and website and API schema which will allow us to achieve below key metrics. 1. Tracking Progress Key Indicators: Develop metrics that measure emissions reductions, renewable energy adoption, and climate adaptation investments.  2. Data Integration: Combine IMF Climate Finance Data from website and create a proper data model for a holistic view.  3. Define the API Schema as per Open AI standard. Visualization Tools: Build dashboards to showcase progress in real-time, tailored for policymakers and the public.  Risk : There is no correct and structure data. Data preparation will take significant time. </vt:lpstr>
      <vt:lpstr>Lean Canvas</vt:lpstr>
      <vt:lpstr>Architecture Diagram</vt:lpstr>
      <vt:lpstr>Data Model</vt:lpstr>
      <vt:lpstr>Demo</vt:lpstr>
      <vt:lpstr>Milestone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Sankar Patnaik</dc:creator>
  <cp:lastModifiedBy>Manish Sahani</cp:lastModifiedBy>
  <cp:revision>16</cp:revision>
  <dcterms:modified xsi:type="dcterms:W3CDTF">2024-12-13T11:53:59Z</dcterms:modified>
</cp:coreProperties>
</file>